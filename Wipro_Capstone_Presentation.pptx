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  <p:sldMasterId id="2147483685" r:id="rId5"/>
    <p:sldMasterId id="2147483686" r:id="rId6"/>
    <p:sldMasterId id="214748368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y="5143500" cx="9144000"/>
  <p:notesSz cx="6858000" cy="9144000"/>
  <p:embeddedFontLst>
    <p:embeddedFont>
      <p:font typeface="Bebas Neue"/>
      <p:regular r:id="rId19"/>
    </p:embeddedFont>
    <p:embeddedFont>
      <p:font typeface="Kanit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nit-regular.fntdata"/><Relationship Id="rId22" Type="http://schemas.openxmlformats.org/officeDocument/2006/relationships/font" Target="fonts/Kanit-italic.fntdata"/><Relationship Id="rId21" Type="http://schemas.openxmlformats.org/officeDocument/2006/relationships/font" Target="fonts/Kanit-bold.fntdata"/><Relationship Id="rId24" Type="http://schemas.openxmlformats.org/officeDocument/2006/relationships/font" Target="fonts/DMSans-regular.fntdata"/><Relationship Id="rId23" Type="http://schemas.openxmlformats.org/officeDocument/2006/relationships/font" Target="fonts/Kani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font" Target="fonts/BebasNeue-regular.fntdata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75e7e7b69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75e7e7b69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9f0124b15_8_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3e9f0124b15_8_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e9f0124b15_8_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e9f0124b15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e9f0124b15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e9f0124b15_10_2:notes"/>
          <p:cNvSpPr/>
          <p:nvPr>
            <p:ph idx="2" type="sldImg"/>
          </p:nvPr>
        </p:nvSpPr>
        <p:spPr>
          <a:xfrm>
            <a:off x="-2286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e9f0124b15_10_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e9f0124b15_10_2:notes"/>
          <p:cNvSpPr txBox="1"/>
          <p:nvPr>
            <p:ph idx="12" type="sldNum"/>
          </p:nvPr>
        </p:nvSpPr>
        <p:spPr>
          <a:xfrm>
            <a:off x="3884613" y="8685610"/>
            <a:ext cx="2971800" cy="4583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e9f0124b15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e9f0124b15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e9f0124b15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g3e9f0124b15_6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e9f0124b1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g3e9f0124b15_3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e9f0124b1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e9f0124b1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e9f0124b1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e9f0124b1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2061450" y="1238850"/>
            <a:ext cx="5021100" cy="218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4500"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061450" y="3495150"/>
            <a:ext cx="43965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9850" y="40921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 rot="5400000">
            <a:off x="-267234" y="495836"/>
            <a:ext cx="1348030" cy="584982"/>
            <a:chOff x="407575" y="1938150"/>
            <a:chExt cx="2049300" cy="889300"/>
          </a:xfrm>
        </p:grpSpPr>
        <p:sp>
          <p:nvSpPr>
            <p:cNvPr id="15" name="Google Shape;15;p2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347150" y="4214300"/>
            <a:ext cx="8301875" cy="711400"/>
            <a:chOff x="347150" y="4214300"/>
            <a:chExt cx="8301875" cy="711400"/>
          </a:xfrm>
        </p:grpSpPr>
        <p:sp>
          <p:nvSpPr>
            <p:cNvPr id="19" name="Google Shape;19;p2"/>
            <p:cNvSpPr/>
            <p:nvPr/>
          </p:nvSpPr>
          <p:spPr>
            <a:xfrm>
              <a:off x="347150" y="42143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>
            <p:ph type="title"/>
          </p:nvPr>
        </p:nvSpPr>
        <p:spPr>
          <a:xfrm>
            <a:off x="754300" y="2773525"/>
            <a:ext cx="38178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3"/>
          <p:cNvSpPr txBox="1"/>
          <p:nvPr>
            <p:ph hasCustomPrompt="1" idx="2" type="title"/>
          </p:nvPr>
        </p:nvSpPr>
        <p:spPr>
          <a:xfrm>
            <a:off x="1904350" y="1661975"/>
            <a:ext cx="1517700" cy="111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pic>
        <p:nvPicPr>
          <p:cNvPr id="27" name="Google Shape;27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8600" y="-23665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347150" y="4388225"/>
            <a:ext cx="7808550" cy="537475"/>
            <a:chOff x="347150" y="4388225"/>
            <a:chExt cx="7808550" cy="537475"/>
          </a:xfrm>
        </p:grpSpPr>
        <p:sp>
          <p:nvSpPr>
            <p:cNvPr id="29" name="Google Shape;29;p3"/>
            <p:cNvSpPr/>
            <p:nvPr/>
          </p:nvSpPr>
          <p:spPr>
            <a:xfrm>
              <a:off x="347150" y="46085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56697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" name="Google Shape;32;p3"/>
          <p:cNvGrpSpPr/>
          <p:nvPr/>
        </p:nvGrpSpPr>
        <p:grpSpPr>
          <a:xfrm>
            <a:off x="-1643509" y="-1636877"/>
            <a:ext cx="10657381" cy="6562568"/>
            <a:chOff x="-1643509" y="-1636877"/>
            <a:chExt cx="10657381" cy="6562568"/>
          </a:xfrm>
        </p:grpSpPr>
        <p:grpSp>
          <p:nvGrpSpPr>
            <p:cNvPr id="33" name="Google Shape;33;p3"/>
            <p:cNvGrpSpPr/>
            <p:nvPr/>
          </p:nvGrpSpPr>
          <p:grpSpPr>
            <a:xfrm rot="5400000">
              <a:off x="8047366" y="3959186"/>
              <a:ext cx="1348030" cy="584982"/>
              <a:chOff x="407575" y="1938150"/>
              <a:chExt cx="2049300" cy="889300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407575" y="2456350"/>
                <a:ext cx="2049300" cy="371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07575" y="2205450"/>
                <a:ext cx="2049300" cy="371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407575" y="1938150"/>
                <a:ext cx="2049300" cy="371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" name="Google Shape;37;p3"/>
            <p:cNvGrpSpPr/>
            <p:nvPr/>
          </p:nvGrpSpPr>
          <p:grpSpPr>
            <a:xfrm>
              <a:off x="-1643509" y="-1636877"/>
              <a:ext cx="2993464" cy="2993464"/>
              <a:chOff x="4813700" y="-1616200"/>
              <a:chExt cx="4079400" cy="40794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4813700" y="-1616200"/>
                <a:ext cx="4079400" cy="4079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4813700" y="-1063300"/>
                <a:ext cx="4079400" cy="2973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4813700" y="-514750"/>
                <a:ext cx="4079400" cy="187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4813700" y="-24700"/>
                <a:ext cx="4079400" cy="896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 rot="5400000">
                <a:off x="4813700" y="-1192300"/>
                <a:ext cx="4079400" cy="3231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 rot="5400000">
                <a:off x="4813643" y="-596200"/>
                <a:ext cx="4079400" cy="2039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5400000">
                <a:off x="4813563" y="-63700"/>
                <a:ext cx="4079400" cy="97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720000" y="1152475"/>
            <a:ext cx="7704000" cy="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9" name="Google Shape;4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2575" y="3783525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4"/>
          <p:cNvGrpSpPr/>
          <p:nvPr/>
        </p:nvGrpSpPr>
        <p:grpSpPr>
          <a:xfrm rot="5400000">
            <a:off x="8042466" y="572036"/>
            <a:ext cx="1348030" cy="584982"/>
            <a:chOff x="407575" y="1938150"/>
            <a:chExt cx="2049300" cy="889300"/>
          </a:xfrm>
        </p:grpSpPr>
        <p:sp>
          <p:nvSpPr>
            <p:cNvPr id="51" name="Google Shape;51;p4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" name="Google Shape;54;p4"/>
          <p:cNvGrpSpPr/>
          <p:nvPr/>
        </p:nvGrpSpPr>
        <p:grpSpPr>
          <a:xfrm>
            <a:off x="233450" y="332550"/>
            <a:ext cx="8622388" cy="4496075"/>
            <a:chOff x="233450" y="332550"/>
            <a:chExt cx="8622388" cy="4496075"/>
          </a:xfrm>
        </p:grpSpPr>
        <p:sp>
          <p:nvSpPr>
            <p:cNvPr id="55" name="Google Shape;55;p4"/>
            <p:cNvSpPr/>
            <p:nvPr/>
          </p:nvSpPr>
          <p:spPr>
            <a:xfrm>
              <a:off x="233450" y="33255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233450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8577138" y="364815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5"/>
          <p:cNvSpPr txBox="1"/>
          <p:nvPr>
            <p:ph idx="1" type="subTitle"/>
          </p:nvPr>
        </p:nvSpPr>
        <p:spPr>
          <a:xfrm>
            <a:off x="1950752" y="1404950"/>
            <a:ext cx="5242500" cy="4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2" type="subTitle"/>
          </p:nvPr>
        </p:nvSpPr>
        <p:spPr>
          <a:xfrm>
            <a:off x="1950749" y="2785371"/>
            <a:ext cx="5242500" cy="4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3" type="subTitle"/>
          </p:nvPr>
        </p:nvSpPr>
        <p:spPr>
          <a:xfrm>
            <a:off x="1950748" y="1815176"/>
            <a:ext cx="5242500" cy="7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4" type="subTitle"/>
          </p:nvPr>
        </p:nvSpPr>
        <p:spPr>
          <a:xfrm>
            <a:off x="1950748" y="3195601"/>
            <a:ext cx="5242500" cy="7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65" name="Google Shape;6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3550" y="40921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5"/>
          <p:cNvGrpSpPr/>
          <p:nvPr/>
        </p:nvGrpSpPr>
        <p:grpSpPr>
          <a:xfrm rot="5400000">
            <a:off x="-267234" y="4012086"/>
            <a:ext cx="1348030" cy="584982"/>
            <a:chOff x="407575" y="1938150"/>
            <a:chExt cx="2049300" cy="889300"/>
          </a:xfrm>
        </p:grpSpPr>
        <p:sp>
          <p:nvSpPr>
            <p:cNvPr id="67" name="Google Shape;67;p5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" name="Google Shape;70;p5"/>
          <p:cNvGrpSpPr/>
          <p:nvPr/>
        </p:nvGrpSpPr>
        <p:grpSpPr>
          <a:xfrm>
            <a:off x="7877000" y="256300"/>
            <a:ext cx="934600" cy="4669400"/>
            <a:chOff x="7877000" y="256300"/>
            <a:chExt cx="934600" cy="4669400"/>
          </a:xfrm>
        </p:grpSpPr>
        <p:sp>
          <p:nvSpPr>
            <p:cNvPr id="71" name="Google Shape;71;p5"/>
            <p:cNvSpPr/>
            <p:nvPr/>
          </p:nvSpPr>
          <p:spPr>
            <a:xfrm>
              <a:off x="8532900" y="2563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flipH="1"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77" name="Google Shape;7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025" y="449750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6"/>
          <p:cNvGrpSpPr/>
          <p:nvPr/>
        </p:nvGrpSpPr>
        <p:grpSpPr>
          <a:xfrm>
            <a:off x="7836808" y="4608439"/>
            <a:ext cx="1112975" cy="337808"/>
            <a:chOff x="407575" y="2205450"/>
            <a:chExt cx="2049300" cy="622000"/>
          </a:xfrm>
        </p:grpSpPr>
        <p:sp>
          <p:nvSpPr>
            <p:cNvPr id="79" name="Google Shape;79;p6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6"/>
          <p:cNvGrpSpPr/>
          <p:nvPr/>
        </p:nvGrpSpPr>
        <p:grpSpPr>
          <a:xfrm flipH="1">
            <a:off x="76200" y="353225"/>
            <a:ext cx="4509450" cy="4660550"/>
            <a:chOff x="4139575" y="4388225"/>
            <a:chExt cx="4509450" cy="4660550"/>
          </a:xfrm>
        </p:grpSpPr>
        <p:sp>
          <p:nvSpPr>
            <p:cNvPr id="82" name="Google Shape;82;p6"/>
            <p:cNvSpPr/>
            <p:nvPr/>
          </p:nvSpPr>
          <p:spPr>
            <a:xfrm>
              <a:off x="4139575" y="877007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7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flipH="1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7"/>
          <p:cNvSpPr txBox="1"/>
          <p:nvPr>
            <p:ph type="title"/>
          </p:nvPr>
        </p:nvSpPr>
        <p:spPr>
          <a:xfrm>
            <a:off x="4631619" y="882725"/>
            <a:ext cx="3309300" cy="7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1" type="body"/>
          </p:nvPr>
        </p:nvSpPr>
        <p:spPr>
          <a:xfrm>
            <a:off x="4631625" y="1590175"/>
            <a:ext cx="3309300" cy="26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7"/>
          <p:cNvSpPr/>
          <p:nvPr>
            <p:ph idx="2" type="pic"/>
          </p:nvPr>
        </p:nvSpPr>
        <p:spPr>
          <a:xfrm>
            <a:off x="1203081" y="1046250"/>
            <a:ext cx="3051000" cy="30510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90" name="Google Shape;9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7375" y="4222075"/>
            <a:ext cx="3735552" cy="3409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7"/>
          <p:cNvPicPr preferRelativeResize="0"/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620900" y="3752525"/>
            <a:ext cx="1981650" cy="18084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7"/>
          <p:cNvGrpSpPr/>
          <p:nvPr/>
        </p:nvGrpSpPr>
        <p:grpSpPr>
          <a:xfrm>
            <a:off x="230566" y="242511"/>
            <a:ext cx="1348030" cy="584982"/>
            <a:chOff x="407575" y="1938150"/>
            <a:chExt cx="2049300" cy="889300"/>
          </a:xfrm>
        </p:grpSpPr>
        <p:sp>
          <p:nvSpPr>
            <p:cNvPr id="93" name="Google Shape;93;p7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" name="Google Shape;96;p7"/>
          <p:cNvGrpSpPr/>
          <p:nvPr/>
        </p:nvGrpSpPr>
        <p:grpSpPr>
          <a:xfrm>
            <a:off x="230575" y="1822675"/>
            <a:ext cx="8671875" cy="1929850"/>
            <a:chOff x="230575" y="1822675"/>
            <a:chExt cx="8671875" cy="1929850"/>
          </a:xfrm>
        </p:grpSpPr>
        <p:sp>
          <p:nvSpPr>
            <p:cNvPr id="97" name="Google Shape;97;p7"/>
            <p:cNvSpPr/>
            <p:nvPr/>
          </p:nvSpPr>
          <p:spPr>
            <a:xfrm>
              <a:off x="230575" y="347382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8462050" y="2309300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8542900" y="182267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8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104" name="Google Shape;10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62350" y="-19984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8"/>
          <p:cNvGrpSpPr/>
          <p:nvPr/>
        </p:nvGrpSpPr>
        <p:grpSpPr>
          <a:xfrm rot="5400000">
            <a:off x="-251409" y="3959186"/>
            <a:ext cx="1348030" cy="584982"/>
            <a:chOff x="407575" y="1938150"/>
            <a:chExt cx="2049300" cy="889300"/>
          </a:xfrm>
        </p:grpSpPr>
        <p:sp>
          <p:nvSpPr>
            <p:cNvPr id="106" name="Google Shape;106;p8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" name="Google Shape;109;p8"/>
          <p:cNvGrpSpPr/>
          <p:nvPr/>
        </p:nvGrpSpPr>
        <p:grpSpPr>
          <a:xfrm>
            <a:off x="194338" y="3109875"/>
            <a:ext cx="8454688" cy="1815825"/>
            <a:chOff x="194338" y="3109875"/>
            <a:chExt cx="8454688" cy="1815825"/>
          </a:xfrm>
        </p:grpSpPr>
        <p:sp>
          <p:nvSpPr>
            <p:cNvPr id="110" name="Google Shape;110;p8"/>
            <p:cNvSpPr/>
            <p:nvPr/>
          </p:nvSpPr>
          <p:spPr>
            <a:xfrm>
              <a:off x="194338" y="310987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" name="Google Shape;113;p8"/>
          <p:cNvGrpSpPr/>
          <p:nvPr/>
        </p:nvGrpSpPr>
        <p:grpSpPr>
          <a:xfrm>
            <a:off x="7841566" y="-352302"/>
            <a:ext cx="2993464" cy="2993464"/>
            <a:chOff x="4813700" y="-1616200"/>
            <a:chExt cx="4079400" cy="4079400"/>
          </a:xfrm>
        </p:grpSpPr>
        <p:sp>
          <p:nvSpPr>
            <p:cNvPr id="114" name="Google Shape;114;p8"/>
            <p:cNvSpPr/>
            <p:nvPr/>
          </p:nvSpPr>
          <p:spPr>
            <a:xfrm>
              <a:off x="4813700" y="-1616200"/>
              <a:ext cx="4079400" cy="407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4813700" y="-1063300"/>
              <a:ext cx="4079400" cy="2973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4813700" y="-514750"/>
              <a:ext cx="4079400" cy="18765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4813700" y="-24700"/>
              <a:ext cx="4079400" cy="896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" name="Google Shape;118;p8"/>
            <p:cNvSpPr/>
            <p:nvPr/>
          </p:nvSpPr>
          <p:spPr>
            <a:xfrm rot="5400000">
              <a:off x="4813700" y="-1192300"/>
              <a:ext cx="4079400" cy="3231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9" name="Google Shape;119;p8"/>
            <p:cNvSpPr/>
            <p:nvPr/>
          </p:nvSpPr>
          <p:spPr>
            <a:xfrm rot="5400000">
              <a:off x="4813643" y="-596200"/>
              <a:ext cx="4079400" cy="203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0" name="Google Shape;120;p8"/>
            <p:cNvSpPr/>
            <p:nvPr/>
          </p:nvSpPr>
          <p:spPr>
            <a:xfrm rot="5400000">
              <a:off x="4813563" y="-63700"/>
              <a:ext cx="4079400" cy="974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4" name="Google Shape;124;p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125" name="Google Shape;12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1550" y="148540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9"/>
          <p:cNvGrpSpPr/>
          <p:nvPr/>
        </p:nvGrpSpPr>
        <p:grpSpPr>
          <a:xfrm rot="5400000">
            <a:off x="-267234" y="495836"/>
            <a:ext cx="1348030" cy="584982"/>
            <a:chOff x="407575" y="1938150"/>
            <a:chExt cx="2049300" cy="889300"/>
          </a:xfrm>
        </p:grpSpPr>
        <p:sp>
          <p:nvSpPr>
            <p:cNvPr id="127" name="Google Shape;127;p9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9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9"/>
          <p:cNvGrpSpPr/>
          <p:nvPr/>
        </p:nvGrpSpPr>
        <p:grpSpPr>
          <a:xfrm flipH="1">
            <a:off x="347150" y="4388225"/>
            <a:ext cx="8472400" cy="537475"/>
            <a:chOff x="176625" y="4388225"/>
            <a:chExt cx="8472400" cy="537475"/>
          </a:xfrm>
        </p:grpSpPr>
        <p:sp>
          <p:nvSpPr>
            <p:cNvPr id="131" name="Google Shape;131;p9"/>
            <p:cNvSpPr/>
            <p:nvPr/>
          </p:nvSpPr>
          <p:spPr>
            <a:xfrm>
              <a:off x="176625" y="46085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36" name="Google Shape;136;p10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flipH="1">
            <a:off x="1852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0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0"/>
          <p:cNvSpPr txBox="1"/>
          <p:nvPr>
            <p:ph type="title"/>
          </p:nvPr>
        </p:nvSpPr>
        <p:spPr>
          <a:xfrm>
            <a:off x="720000" y="4035025"/>
            <a:ext cx="52749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flipH="1">
            <a:off x="1852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1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1"/>
          <p:cNvSpPr txBox="1"/>
          <p:nvPr>
            <p:ph hasCustomPrompt="1" type="title"/>
          </p:nvPr>
        </p:nvSpPr>
        <p:spPr>
          <a:xfrm>
            <a:off x="2403000" y="1767438"/>
            <a:ext cx="4338000" cy="93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3" name="Google Shape;143;p11"/>
          <p:cNvSpPr txBox="1"/>
          <p:nvPr>
            <p:ph idx="1" type="subTitle"/>
          </p:nvPr>
        </p:nvSpPr>
        <p:spPr>
          <a:xfrm>
            <a:off x="2403000" y="2734063"/>
            <a:ext cx="4338000" cy="6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144" name="Google Shape;14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9850" y="40921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1"/>
          <p:cNvGrpSpPr/>
          <p:nvPr/>
        </p:nvGrpSpPr>
        <p:grpSpPr>
          <a:xfrm flipH="1" rot="5400000">
            <a:off x="-267234" y="528319"/>
            <a:ext cx="1348030" cy="584982"/>
            <a:chOff x="407575" y="1938150"/>
            <a:chExt cx="2049300" cy="889300"/>
          </a:xfrm>
        </p:grpSpPr>
        <p:sp>
          <p:nvSpPr>
            <p:cNvPr id="146" name="Google Shape;146;p11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11"/>
          <p:cNvGrpSpPr/>
          <p:nvPr/>
        </p:nvGrpSpPr>
        <p:grpSpPr>
          <a:xfrm flipH="1" rot="10800000">
            <a:off x="225350" y="146812"/>
            <a:ext cx="8618575" cy="2668500"/>
            <a:chOff x="30450" y="2257200"/>
            <a:chExt cx="8618575" cy="2668500"/>
          </a:xfrm>
        </p:grpSpPr>
        <p:sp>
          <p:nvSpPr>
            <p:cNvPr id="150" name="Google Shape;150;p11"/>
            <p:cNvSpPr/>
            <p:nvPr/>
          </p:nvSpPr>
          <p:spPr>
            <a:xfrm>
              <a:off x="30450" y="22572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11"/>
          <p:cNvGrpSpPr/>
          <p:nvPr/>
        </p:nvGrpSpPr>
        <p:grpSpPr>
          <a:xfrm flipH="1" rot="10800000">
            <a:off x="7938991" y="2471950"/>
            <a:ext cx="2993464" cy="2993464"/>
            <a:chOff x="4813700" y="-1616200"/>
            <a:chExt cx="4079400" cy="4079400"/>
          </a:xfrm>
        </p:grpSpPr>
        <p:sp>
          <p:nvSpPr>
            <p:cNvPr id="154" name="Google Shape;154;p11"/>
            <p:cNvSpPr/>
            <p:nvPr/>
          </p:nvSpPr>
          <p:spPr>
            <a:xfrm>
              <a:off x="4813700" y="-1616200"/>
              <a:ext cx="4079400" cy="407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4813700" y="-1063300"/>
              <a:ext cx="4079400" cy="2973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" name="Google Shape;156;p11"/>
            <p:cNvSpPr/>
            <p:nvPr/>
          </p:nvSpPr>
          <p:spPr>
            <a:xfrm>
              <a:off x="4813700" y="-514750"/>
              <a:ext cx="4079400" cy="18765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4813700" y="-24700"/>
              <a:ext cx="4079400" cy="896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8" name="Google Shape;158;p11"/>
            <p:cNvSpPr/>
            <p:nvPr/>
          </p:nvSpPr>
          <p:spPr>
            <a:xfrm rot="5400000">
              <a:off x="4813700" y="-1192300"/>
              <a:ext cx="4079400" cy="3231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9" name="Google Shape;159;p11"/>
            <p:cNvSpPr/>
            <p:nvPr/>
          </p:nvSpPr>
          <p:spPr>
            <a:xfrm rot="5400000">
              <a:off x="4813643" y="-596200"/>
              <a:ext cx="4079400" cy="203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0" name="Google Shape;160;p11"/>
            <p:cNvSpPr/>
            <p:nvPr/>
          </p:nvSpPr>
          <p:spPr>
            <a:xfrm rot="5400000">
              <a:off x="4813563" y="-63700"/>
              <a:ext cx="4079400" cy="974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3"/>
          <p:cNvSpPr txBox="1"/>
          <p:nvPr>
            <p:ph hasCustomPrompt="1" type="title"/>
          </p:nvPr>
        </p:nvSpPr>
        <p:spPr>
          <a:xfrm>
            <a:off x="1646350" y="1378200"/>
            <a:ext cx="783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/>
          <p:nvPr>
            <p:ph hasCustomPrompt="1" idx="2" type="title"/>
          </p:nvPr>
        </p:nvSpPr>
        <p:spPr>
          <a:xfrm>
            <a:off x="4180200" y="1378200"/>
            <a:ext cx="783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/>
          <p:nvPr>
            <p:ph hasCustomPrompt="1" idx="3" type="title"/>
          </p:nvPr>
        </p:nvSpPr>
        <p:spPr>
          <a:xfrm>
            <a:off x="6714050" y="1378200"/>
            <a:ext cx="783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/>
          <p:nvPr>
            <p:ph hasCustomPrompt="1" idx="4" type="title"/>
          </p:nvPr>
        </p:nvSpPr>
        <p:spPr>
          <a:xfrm>
            <a:off x="1646350" y="2862800"/>
            <a:ext cx="783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/>
          <p:nvPr>
            <p:ph hasCustomPrompt="1" idx="5" type="title"/>
          </p:nvPr>
        </p:nvSpPr>
        <p:spPr>
          <a:xfrm>
            <a:off x="4180200" y="2862800"/>
            <a:ext cx="783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/>
          <p:nvPr>
            <p:ph hasCustomPrompt="1" idx="6" type="title"/>
          </p:nvPr>
        </p:nvSpPr>
        <p:spPr>
          <a:xfrm>
            <a:off x="6714050" y="2862800"/>
            <a:ext cx="783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/>
          <p:nvPr>
            <p:ph idx="7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1" name="Google Shape;171;p13"/>
          <p:cNvSpPr txBox="1"/>
          <p:nvPr>
            <p:ph idx="1" type="subTitle"/>
          </p:nvPr>
        </p:nvSpPr>
        <p:spPr>
          <a:xfrm>
            <a:off x="869950" y="1899950"/>
            <a:ext cx="2336400" cy="821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172" name="Google Shape;172;p13"/>
          <p:cNvSpPr txBox="1"/>
          <p:nvPr>
            <p:ph idx="8" type="subTitle"/>
          </p:nvPr>
        </p:nvSpPr>
        <p:spPr>
          <a:xfrm>
            <a:off x="3403800" y="1899950"/>
            <a:ext cx="2336400" cy="821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9" type="subTitle"/>
          </p:nvPr>
        </p:nvSpPr>
        <p:spPr>
          <a:xfrm>
            <a:off x="5937650" y="1899950"/>
            <a:ext cx="2336400" cy="821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13" type="subTitle"/>
          </p:nvPr>
        </p:nvSpPr>
        <p:spPr>
          <a:xfrm>
            <a:off x="869950" y="3382775"/>
            <a:ext cx="2336400" cy="821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14" type="subTitle"/>
          </p:nvPr>
        </p:nvSpPr>
        <p:spPr>
          <a:xfrm>
            <a:off x="3403800" y="3382775"/>
            <a:ext cx="2336400" cy="821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15" type="subTitle"/>
          </p:nvPr>
        </p:nvSpPr>
        <p:spPr>
          <a:xfrm>
            <a:off x="5937650" y="3382775"/>
            <a:ext cx="2336400" cy="821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grpSp>
        <p:nvGrpSpPr>
          <p:cNvPr id="177" name="Google Shape;177;p13"/>
          <p:cNvGrpSpPr/>
          <p:nvPr/>
        </p:nvGrpSpPr>
        <p:grpSpPr>
          <a:xfrm rot="5400000">
            <a:off x="-267234" y="4020261"/>
            <a:ext cx="1348030" cy="584982"/>
            <a:chOff x="407575" y="1938150"/>
            <a:chExt cx="2049300" cy="889300"/>
          </a:xfrm>
        </p:grpSpPr>
        <p:sp>
          <p:nvSpPr>
            <p:cNvPr id="178" name="Google Shape;178;p13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" name="Google Shape;181;p13"/>
          <p:cNvGrpSpPr/>
          <p:nvPr/>
        </p:nvGrpSpPr>
        <p:grpSpPr>
          <a:xfrm>
            <a:off x="340600" y="218850"/>
            <a:ext cx="8523800" cy="4735813"/>
            <a:chOff x="340600" y="218850"/>
            <a:chExt cx="8523800" cy="4735813"/>
          </a:xfrm>
        </p:grpSpPr>
        <p:sp>
          <p:nvSpPr>
            <p:cNvPr id="182" name="Google Shape;182;p13"/>
            <p:cNvSpPr/>
            <p:nvPr/>
          </p:nvSpPr>
          <p:spPr>
            <a:xfrm>
              <a:off x="340600" y="21885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8424000" y="4262338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8289475" y="4675963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" name="Google Shape;185;p13"/>
          <p:cNvGrpSpPr/>
          <p:nvPr/>
        </p:nvGrpSpPr>
        <p:grpSpPr>
          <a:xfrm>
            <a:off x="-2655400" y="218850"/>
            <a:ext cx="12246333" cy="3808852"/>
            <a:chOff x="-2655400" y="218850"/>
            <a:chExt cx="12246333" cy="3808852"/>
          </a:xfrm>
        </p:grpSpPr>
        <p:pic>
          <p:nvPicPr>
            <p:cNvPr id="186" name="Google Shape;186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655400" y="218850"/>
              <a:ext cx="3735552" cy="3409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59468" y="2721351"/>
              <a:ext cx="1431465" cy="13063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flipH="1"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191" name="Google Shape;1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4400" y="11232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14"/>
          <p:cNvGrpSpPr/>
          <p:nvPr/>
        </p:nvGrpSpPr>
        <p:grpSpPr>
          <a:xfrm rot="-5400000">
            <a:off x="-305322" y="3235586"/>
            <a:ext cx="1348030" cy="584982"/>
            <a:chOff x="407575" y="1938150"/>
            <a:chExt cx="2049300" cy="889300"/>
          </a:xfrm>
        </p:grpSpPr>
        <p:sp>
          <p:nvSpPr>
            <p:cNvPr id="193" name="Google Shape;193;p14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14"/>
          <p:cNvGrpSpPr/>
          <p:nvPr/>
        </p:nvGrpSpPr>
        <p:grpSpPr>
          <a:xfrm flipH="1">
            <a:off x="152400" y="720625"/>
            <a:ext cx="8859500" cy="1597000"/>
            <a:chOff x="-286675" y="4755625"/>
            <a:chExt cx="8859500" cy="1597000"/>
          </a:xfrm>
        </p:grpSpPr>
        <p:sp>
          <p:nvSpPr>
            <p:cNvPr id="197" name="Google Shape;197;p14"/>
            <p:cNvSpPr/>
            <p:nvPr/>
          </p:nvSpPr>
          <p:spPr>
            <a:xfrm>
              <a:off x="-286675" y="475562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8132425" y="5912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1" y="1"/>
            <a:ext cx="9127824" cy="513647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5"/>
          <p:cNvSpPr txBox="1"/>
          <p:nvPr>
            <p:ph idx="1" type="subTitle"/>
          </p:nvPr>
        </p:nvSpPr>
        <p:spPr>
          <a:xfrm>
            <a:off x="720000" y="1212525"/>
            <a:ext cx="7704000" cy="3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2" name="Google Shape;202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203" name="Google Shape;2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6450" y="40921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15"/>
          <p:cNvGrpSpPr/>
          <p:nvPr/>
        </p:nvGrpSpPr>
        <p:grpSpPr>
          <a:xfrm rot="5400000">
            <a:off x="8047366" y="601411"/>
            <a:ext cx="1348030" cy="584982"/>
            <a:chOff x="407575" y="1938150"/>
            <a:chExt cx="2049300" cy="889300"/>
          </a:xfrm>
        </p:grpSpPr>
        <p:sp>
          <p:nvSpPr>
            <p:cNvPr id="205" name="Google Shape;205;p15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15"/>
          <p:cNvGrpSpPr/>
          <p:nvPr/>
        </p:nvGrpSpPr>
        <p:grpSpPr>
          <a:xfrm flipH="1">
            <a:off x="166450" y="219875"/>
            <a:ext cx="621100" cy="4795150"/>
            <a:chOff x="8208625" y="219875"/>
            <a:chExt cx="621100" cy="4795150"/>
          </a:xfrm>
        </p:grpSpPr>
        <p:sp>
          <p:nvSpPr>
            <p:cNvPr id="209" name="Google Shape;209;p15"/>
            <p:cNvSpPr/>
            <p:nvPr/>
          </p:nvSpPr>
          <p:spPr>
            <a:xfrm>
              <a:off x="8494175" y="21987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8551025" y="473632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6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1" y="1"/>
            <a:ext cx="9127824" cy="513647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>
            <p:ph idx="1" type="subTitle"/>
          </p:nvPr>
        </p:nvSpPr>
        <p:spPr>
          <a:xfrm>
            <a:off x="3230500" y="4033700"/>
            <a:ext cx="5198400" cy="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5" name="Google Shape;215;p16"/>
          <p:cNvSpPr txBox="1"/>
          <p:nvPr>
            <p:ph type="title"/>
          </p:nvPr>
        </p:nvSpPr>
        <p:spPr>
          <a:xfrm>
            <a:off x="3230500" y="3381200"/>
            <a:ext cx="5198400" cy="6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216" name="Google Shape;21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54425" y="18275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16"/>
          <p:cNvGrpSpPr/>
          <p:nvPr/>
        </p:nvGrpSpPr>
        <p:grpSpPr>
          <a:xfrm rot="5400000">
            <a:off x="-381534" y="3999311"/>
            <a:ext cx="1348030" cy="584982"/>
            <a:chOff x="407575" y="1938150"/>
            <a:chExt cx="2049300" cy="889300"/>
          </a:xfrm>
        </p:grpSpPr>
        <p:sp>
          <p:nvSpPr>
            <p:cNvPr id="218" name="Google Shape;218;p16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" name="Google Shape;221;p16"/>
          <p:cNvGrpSpPr/>
          <p:nvPr/>
        </p:nvGrpSpPr>
        <p:grpSpPr>
          <a:xfrm flipH="1">
            <a:off x="8506725" y="170663"/>
            <a:ext cx="621100" cy="4795150"/>
            <a:chOff x="8208625" y="219875"/>
            <a:chExt cx="621100" cy="4795150"/>
          </a:xfrm>
        </p:grpSpPr>
        <p:sp>
          <p:nvSpPr>
            <p:cNvPr id="222" name="Google Shape;222;p16"/>
            <p:cNvSpPr/>
            <p:nvPr/>
          </p:nvSpPr>
          <p:spPr>
            <a:xfrm>
              <a:off x="8494175" y="21987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8551025" y="473632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16"/>
          <p:cNvSpPr/>
          <p:nvPr>
            <p:ph idx="2" type="pic"/>
          </p:nvPr>
        </p:nvSpPr>
        <p:spPr>
          <a:xfrm>
            <a:off x="829873" y="654750"/>
            <a:ext cx="2039100" cy="383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6" name="Google Shape;226;p16"/>
          <p:cNvSpPr/>
          <p:nvPr>
            <p:ph idx="3" type="pic"/>
          </p:nvPr>
        </p:nvSpPr>
        <p:spPr>
          <a:xfrm>
            <a:off x="3126750" y="654750"/>
            <a:ext cx="2464800" cy="266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7" name="Google Shape;227;p16"/>
          <p:cNvSpPr/>
          <p:nvPr>
            <p:ph idx="4" type="pic"/>
          </p:nvPr>
        </p:nvSpPr>
        <p:spPr>
          <a:xfrm>
            <a:off x="5849327" y="654750"/>
            <a:ext cx="2464800" cy="266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7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1" y="1"/>
            <a:ext cx="9127824" cy="513647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7"/>
          <p:cNvSpPr txBox="1"/>
          <p:nvPr>
            <p:ph idx="1" type="subTitle"/>
          </p:nvPr>
        </p:nvSpPr>
        <p:spPr>
          <a:xfrm>
            <a:off x="720000" y="1212525"/>
            <a:ext cx="77040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1" name="Google Shape;23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1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8"/>
          <p:cNvSpPr txBox="1"/>
          <p:nvPr>
            <p:ph idx="1" type="subTitle"/>
          </p:nvPr>
        </p:nvSpPr>
        <p:spPr>
          <a:xfrm>
            <a:off x="720000" y="1567650"/>
            <a:ext cx="2323500" cy="768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35" name="Google Shape;235;p18"/>
          <p:cNvSpPr txBox="1"/>
          <p:nvPr>
            <p:ph idx="2" type="subTitle"/>
          </p:nvPr>
        </p:nvSpPr>
        <p:spPr>
          <a:xfrm>
            <a:off x="720000" y="2301950"/>
            <a:ext cx="2323500" cy="18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6" name="Google Shape;236;p18"/>
          <p:cNvSpPr txBox="1"/>
          <p:nvPr>
            <p:ph idx="3" type="subTitle"/>
          </p:nvPr>
        </p:nvSpPr>
        <p:spPr>
          <a:xfrm>
            <a:off x="3399792" y="2301950"/>
            <a:ext cx="2323500" cy="18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7" name="Google Shape;237;p18"/>
          <p:cNvSpPr txBox="1"/>
          <p:nvPr>
            <p:ph idx="4" type="subTitle"/>
          </p:nvPr>
        </p:nvSpPr>
        <p:spPr>
          <a:xfrm>
            <a:off x="6079582" y="2301950"/>
            <a:ext cx="2323500" cy="18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8" name="Google Shape;23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9" name="Google Shape;239;p18"/>
          <p:cNvSpPr txBox="1"/>
          <p:nvPr>
            <p:ph idx="5" type="subTitle"/>
          </p:nvPr>
        </p:nvSpPr>
        <p:spPr>
          <a:xfrm>
            <a:off x="3399792" y="1567650"/>
            <a:ext cx="2323500" cy="768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40" name="Google Shape;240;p18"/>
          <p:cNvSpPr txBox="1"/>
          <p:nvPr>
            <p:ph idx="6" type="subTitle"/>
          </p:nvPr>
        </p:nvSpPr>
        <p:spPr>
          <a:xfrm>
            <a:off x="6079584" y="1567650"/>
            <a:ext cx="2323500" cy="768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pic>
        <p:nvPicPr>
          <p:cNvPr id="241" name="Google Shape;24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18999" y="-259825"/>
            <a:ext cx="2172252" cy="19824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18"/>
          <p:cNvGrpSpPr/>
          <p:nvPr/>
        </p:nvGrpSpPr>
        <p:grpSpPr>
          <a:xfrm>
            <a:off x="3897978" y="4356636"/>
            <a:ext cx="1348030" cy="584982"/>
            <a:chOff x="407575" y="1938150"/>
            <a:chExt cx="2049300" cy="889300"/>
          </a:xfrm>
        </p:grpSpPr>
        <p:sp>
          <p:nvSpPr>
            <p:cNvPr id="243" name="Google Shape;243;p18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8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8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" name="Google Shape;246;p18"/>
          <p:cNvGrpSpPr/>
          <p:nvPr/>
        </p:nvGrpSpPr>
        <p:grpSpPr>
          <a:xfrm>
            <a:off x="200975" y="2192225"/>
            <a:ext cx="8815525" cy="2694975"/>
            <a:chOff x="200975" y="2192225"/>
            <a:chExt cx="8815525" cy="2694975"/>
          </a:xfrm>
        </p:grpSpPr>
        <p:sp>
          <p:nvSpPr>
            <p:cNvPr id="247" name="Google Shape;247;p18"/>
            <p:cNvSpPr/>
            <p:nvPr/>
          </p:nvSpPr>
          <p:spPr>
            <a:xfrm>
              <a:off x="200975" y="219222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8"/>
            <p:cNvSpPr/>
            <p:nvPr/>
          </p:nvSpPr>
          <p:spPr>
            <a:xfrm>
              <a:off x="8428900" y="409677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8737800" y="46085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1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3" name="Google Shape;253;p19"/>
          <p:cNvSpPr txBox="1"/>
          <p:nvPr>
            <p:ph idx="1" type="subTitle"/>
          </p:nvPr>
        </p:nvSpPr>
        <p:spPr>
          <a:xfrm>
            <a:off x="1433512" y="1597836"/>
            <a:ext cx="5152800" cy="50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54" name="Google Shape;254;p19"/>
          <p:cNvSpPr txBox="1"/>
          <p:nvPr>
            <p:ph idx="2" type="subTitle"/>
          </p:nvPr>
        </p:nvSpPr>
        <p:spPr>
          <a:xfrm>
            <a:off x="1433512" y="1214763"/>
            <a:ext cx="5152800" cy="45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5" name="Google Shape;255;p19"/>
          <p:cNvSpPr txBox="1"/>
          <p:nvPr>
            <p:ph idx="3" type="subTitle"/>
          </p:nvPr>
        </p:nvSpPr>
        <p:spPr>
          <a:xfrm>
            <a:off x="1433512" y="2432163"/>
            <a:ext cx="5152800" cy="45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6" name="Google Shape;256;p19"/>
          <p:cNvSpPr txBox="1"/>
          <p:nvPr>
            <p:ph idx="4" type="subTitle"/>
          </p:nvPr>
        </p:nvSpPr>
        <p:spPr>
          <a:xfrm>
            <a:off x="1433512" y="3649564"/>
            <a:ext cx="5152800" cy="45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7" name="Google Shape;257;p19"/>
          <p:cNvSpPr txBox="1"/>
          <p:nvPr>
            <p:ph idx="5" type="subTitle"/>
          </p:nvPr>
        </p:nvSpPr>
        <p:spPr>
          <a:xfrm>
            <a:off x="1433512" y="2815237"/>
            <a:ext cx="5152800" cy="50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58" name="Google Shape;258;p19"/>
          <p:cNvSpPr txBox="1"/>
          <p:nvPr>
            <p:ph idx="6" type="subTitle"/>
          </p:nvPr>
        </p:nvSpPr>
        <p:spPr>
          <a:xfrm>
            <a:off x="1433512" y="4032637"/>
            <a:ext cx="5152800" cy="50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pic>
        <p:nvPicPr>
          <p:cNvPr id="259" name="Google Shape;2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0175" y="71390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p19"/>
          <p:cNvGrpSpPr/>
          <p:nvPr/>
        </p:nvGrpSpPr>
        <p:grpSpPr>
          <a:xfrm rot="5400000">
            <a:off x="-267234" y="495836"/>
            <a:ext cx="1348030" cy="584982"/>
            <a:chOff x="407575" y="1938150"/>
            <a:chExt cx="2049300" cy="889300"/>
          </a:xfrm>
        </p:grpSpPr>
        <p:sp>
          <p:nvSpPr>
            <p:cNvPr id="261" name="Google Shape;261;p19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" name="Google Shape;264;p19"/>
          <p:cNvGrpSpPr/>
          <p:nvPr/>
        </p:nvGrpSpPr>
        <p:grpSpPr>
          <a:xfrm>
            <a:off x="209100" y="4388225"/>
            <a:ext cx="8439925" cy="537475"/>
            <a:chOff x="209100" y="4388225"/>
            <a:chExt cx="8439925" cy="537475"/>
          </a:xfrm>
        </p:grpSpPr>
        <p:sp>
          <p:nvSpPr>
            <p:cNvPr id="265" name="Google Shape;265;p19"/>
            <p:cNvSpPr/>
            <p:nvPr/>
          </p:nvSpPr>
          <p:spPr>
            <a:xfrm>
              <a:off x="2091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0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flipH="1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0"/>
          <p:cNvSpPr txBox="1"/>
          <p:nvPr>
            <p:ph idx="1" type="subTitle"/>
          </p:nvPr>
        </p:nvSpPr>
        <p:spPr>
          <a:xfrm>
            <a:off x="720000" y="1338375"/>
            <a:ext cx="3770400" cy="460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71" name="Google Shape;271;p20"/>
          <p:cNvSpPr txBox="1"/>
          <p:nvPr>
            <p:ph idx="2" type="subTitle"/>
          </p:nvPr>
        </p:nvSpPr>
        <p:spPr>
          <a:xfrm>
            <a:off x="720000" y="1799124"/>
            <a:ext cx="3770400" cy="888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2" name="Google Shape;272;p20"/>
          <p:cNvSpPr txBox="1"/>
          <p:nvPr>
            <p:ph idx="3" type="subTitle"/>
          </p:nvPr>
        </p:nvSpPr>
        <p:spPr>
          <a:xfrm>
            <a:off x="4631516" y="1799124"/>
            <a:ext cx="3770400" cy="888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3" name="Google Shape;273;p20"/>
          <p:cNvSpPr txBox="1"/>
          <p:nvPr>
            <p:ph idx="4" type="subTitle"/>
          </p:nvPr>
        </p:nvSpPr>
        <p:spPr>
          <a:xfrm>
            <a:off x="720000" y="3387900"/>
            <a:ext cx="3770400" cy="888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4" name="Google Shape;274;p20"/>
          <p:cNvSpPr txBox="1"/>
          <p:nvPr>
            <p:ph idx="5" type="subTitle"/>
          </p:nvPr>
        </p:nvSpPr>
        <p:spPr>
          <a:xfrm>
            <a:off x="4631516" y="3387900"/>
            <a:ext cx="3770400" cy="888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" name="Google Shape;27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6" name="Google Shape;276;p20"/>
          <p:cNvSpPr txBox="1"/>
          <p:nvPr>
            <p:ph idx="6" type="subTitle"/>
          </p:nvPr>
        </p:nvSpPr>
        <p:spPr>
          <a:xfrm>
            <a:off x="720000" y="2927150"/>
            <a:ext cx="3770400" cy="460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77" name="Google Shape;277;p20"/>
          <p:cNvSpPr txBox="1"/>
          <p:nvPr>
            <p:ph idx="7" type="subTitle"/>
          </p:nvPr>
        </p:nvSpPr>
        <p:spPr>
          <a:xfrm>
            <a:off x="4631537" y="1338375"/>
            <a:ext cx="3770400" cy="460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78" name="Google Shape;278;p20"/>
          <p:cNvSpPr txBox="1"/>
          <p:nvPr>
            <p:ph idx="8" type="subTitle"/>
          </p:nvPr>
        </p:nvSpPr>
        <p:spPr>
          <a:xfrm>
            <a:off x="4631537" y="2927150"/>
            <a:ext cx="3770400" cy="460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pic>
        <p:nvPicPr>
          <p:cNvPr id="279" name="Google Shape;2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1900" y="40921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" name="Google Shape;280;p20"/>
          <p:cNvGrpSpPr/>
          <p:nvPr/>
        </p:nvGrpSpPr>
        <p:grpSpPr>
          <a:xfrm flipH="1" rot="5400000">
            <a:off x="-267234" y="4035394"/>
            <a:ext cx="1348030" cy="584982"/>
            <a:chOff x="407575" y="1938150"/>
            <a:chExt cx="2049300" cy="889300"/>
          </a:xfrm>
        </p:grpSpPr>
        <p:sp>
          <p:nvSpPr>
            <p:cNvPr id="281" name="Google Shape;281;p20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" name="Google Shape;284;p20"/>
          <p:cNvGrpSpPr/>
          <p:nvPr/>
        </p:nvGrpSpPr>
        <p:grpSpPr>
          <a:xfrm flipH="1" rot="10800000">
            <a:off x="347150" y="190512"/>
            <a:ext cx="8301875" cy="711400"/>
            <a:chOff x="347150" y="4214300"/>
            <a:chExt cx="8301875" cy="711400"/>
          </a:xfrm>
        </p:grpSpPr>
        <p:sp>
          <p:nvSpPr>
            <p:cNvPr id="285" name="Google Shape;285;p20"/>
            <p:cNvSpPr/>
            <p:nvPr/>
          </p:nvSpPr>
          <p:spPr>
            <a:xfrm>
              <a:off x="347150" y="42143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1" name="Google Shape;291;p21"/>
          <p:cNvSpPr txBox="1"/>
          <p:nvPr>
            <p:ph idx="1" type="subTitle"/>
          </p:nvPr>
        </p:nvSpPr>
        <p:spPr>
          <a:xfrm>
            <a:off x="720412" y="1741727"/>
            <a:ext cx="2521500" cy="101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21"/>
          <p:cNvSpPr txBox="1"/>
          <p:nvPr>
            <p:ph idx="2" type="subTitle"/>
          </p:nvPr>
        </p:nvSpPr>
        <p:spPr>
          <a:xfrm>
            <a:off x="3311246" y="1741727"/>
            <a:ext cx="2521500" cy="101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1"/>
          <p:cNvSpPr txBox="1"/>
          <p:nvPr>
            <p:ph idx="3" type="subTitle"/>
          </p:nvPr>
        </p:nvSpPr>
        <p:spPr>
          <a:xfrm>
            <a:off x="5902081" y="1741727"/>
            <a:ext cx="2521500" cy="101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4" name="Google Shape;294;p21"/>
          <p:cNvSpPr txBox="1"/>
          <p:nvPr>
            <p:ph idx="4" type="subTitle"/>
          </p:nvPr>
        </p:nvSpPr>
        <p:spPr>
          <a:xfrm>
            <a:off x="720412" y="3472500"/>
            <a:ext cx="2521500" cy="101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21"/>
          <p:cNvSpPr txBox="1"/>
          <p:nvPr>
            <p:ph idx="5" type="subTitle"/>
          </p:nvPr>
        </p:nvSpPr>
        <p:spPr>
          <a:xfrm>
            <a:off x="3311246" y="3472500"/>
            <a:ext cx="2521500" cy="101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6" name="Google Shape;296;p21"/>
          <p:cNvSpPr txBox="1"/>
          <p:nvPr>
            <p:ph idx="6" type="subTitle"/>
          </p:nvPr>
        </p:nvSpPr>
        <p:spPr>
          <a:xfrm>
            <a:off x="5902081" y="3472500"/>
            <a:ext cx="2521500" cy="101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7" name="Google Shape;297;p21"/>
          <p:cNvSpPr txBox="1"/>
          <p:nvPr>
            <p:ph idx="7" type="subTitle"/>
          </p:nvPr>
        </p:nvSpPr>
        <p:spPr>
          <a:xfrm>
            <a:off x="715137" y="1256925"/>
            <a:ext cx="2521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98" name="Google Shape;298;p21"/>
          <p:cNvSpPr txBox="1"/>
          <p:nvPr>
            <p:ph idx="8" type="subTitle"/>
          </p:nvPr>
        </p:nvSpPr>
        <p:spPr>
          <a:xfrm>
            <a:off x="3311250" y="1256925"/>
            <a:ext cx="2521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99" name="Google Shape;299;p21"/>
          <p:cNvSpPr txBox="1"/>
          <p:nvPr>
            <p:ph idx="9" type="subTitle"/>
          </p:nvPr>
        </p:nvSpPr>
        <p:spPr>
          <a:xfrm>
            <a:off x="5907363" y="1256925"/>
            <a:ext cx="2521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300" name="Google Shape;300;p21"/>
          <p:cNvSpPr txBox="1"/>
          <p:nvPr>
            <p:ph idx="13" type="subTitle"/>
          </p:nvPr>
        </p:nvSpPr>
        <p:spPr>
          <a:xfrm>
            <a:off x="715137" y="2983200"/>
            <a:ext cx="2521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301" name="Google Shape;301;p21"/>
          <p:cNvSpPr txBox="1"/>
          <p:nvPr>
            <p:ph idx="14" type="subTitle"/>
          </p:nvPr>
        </p:nvSpPr>
        <p:spPr>
          <a:xfrm>
            <a:off x="3311250" y="2983200"/>
            <a:ext cx="2521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302" name="Google Shape;302;p21"/>
          <p:cNvSpPr txBox="1"/>
          <p:nvPr>
            <p:ph idx="15" type="subTitle"/>
          </p:nvPr>
        </p:nvSpPr>
        <p:spPr>
          <a:xfrm>
            <a:off x="5907363" y="2983200"/>
            <a:ext cx="2521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pic>
        <p:nvPicPr>
          <p:cNvPr id="303" name="Google Shape;3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639150" y="15466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21"/>
          <p:cNvGrpSpPr/>
          <p:nvPr/>
        </p:nvGrpSpPr>
        <p:grpSpPr>
          <a:xfrm rot="5400000">
            <a:off x="8027191" y="580156"/>
            <a:ext cx="1348030" cy="584982"/>
            <a:chOff x="407575" y="1938150"/>
            <a:chExt cx="2049300" cy="889300"/>
          </a:xfrm>
        </p:grpSpPr>
        <p:sp>
          <p:nvSpPr>
            <p:cNvPr id="305" name="Google Shape;305;p21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8" name="Google Shape;308;p21"/>
          <p:cNvGrpSpPr/>
          <p:nvPr/>
        </p:nvGrpSpPr>
        <p:grpSpPr>
          <a:xfrm>
            <a:off x="347150" y="4057200"/>
            <a:ext cx="8580575" cy="866200"/>
            <a:chOff x="347150" y="4057200"/>
            <a:chExt cx="8580575" cy="866200"/>
          </a:xfrm>
        </p:grpSpPr>
        <p:sp>
          <p:nvSpPr>
            <p:cNvPr id="309" name="Google Shape;309;p21"/>
            <p:cNvSpPr/>
            <p:nvPr/>
          </p:nvSpPr>
          <p:spPr>
            <a:xfrm>
              <a:off x="347150" y="46447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1"/>
            <p:cNvSpPr/>
            <p:nvPr/>
          </p:nvSpPr>
          <p:spPr>
            <a:xfrm>
              <a:off x="8481013" y="4428850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1"/>
            <p:cNvSpPr/>
            <p:nvPr/>
          </p:nvSpPr>
          <p:spPr>
            <a:xfrm>
              <a:off x="8649025" y="40572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1852" y="1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2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2"/>
          <p:cNvSpPr txBox="1"/>
          <p:nvPr>
            <p:ph type="ctrTitle"/>
          </p:nvPr>
        </p:nvSpPr>
        <p:spPr>
          <a:xfrm>
            <a:off x="2429963" y="835400"/>
            <a:ext cx="42840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6" name="Google Shape;316;p22"/>
          <p:cNvSpPr txBox="1"/>
          <p:nvPr>
            <p:ph idx="1" type="subTitle"/>
          </p:nvPr>
        </p:nvSpPr>
        <p:spPr>
          <a:xfrm>
            <a:off x="2425088" y="1870125"/>
            <a:ext cx="4293900" cy="10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317" name="Google Shape;3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4363" y="42601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22"/>
          <p:cNvGrpSpPr/>
          <p:nvPr/>
        </p:nvGrpSpPr>
        <p:grpSpPr>
          <a:xfrm rot="5400000">
            <a:off x="-267234" y="495836"/>
            <a:ext cx="1348030" cy="584982"/>
            <a:chOff x="407575" y="1938150"/>
            <a:chExt cx="2049300" cy="889300"/>
          </a:xfrm>
        </p:grpSpPr>
        <p:sp>
          <p:nvSpPr>
            <p:cNvPr id="319" name="Google Shape;319;p22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2" name="Google Shape;322;p22"/>
          <p:cNvGrpSpPr/>
          <p:nvPr/>
        </p:nvGrpSpPr>
        <p:grpSpPr>
          <a:xfrm>
            <a:off x="316550" y="256300"/>
            <a:ext cx="8611175" cy="4572400"/>
            <a:chOff x="316550" y="256300"/>
            <a:chExt cx="8611175" cy="4572400"/>
          </a:xfrm>
        </p:grpSpPr>
        <p:sp>
          <p:nvSpPr>
            <p:cNvPr id="323" name="Google Shape;323;p22"/>
            <p:cNvSpPr/>
            <p:nvPr/>
          </p:nvSpPr>
          <p:spPr>
            <a:xfrm>
              <a:off x="8649025" y="2563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494900" y="4388300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316550" y="42143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22"/>
          <p:cNvSpPr txBox="1"/>
          <p:nvPr/>
        </p:nvSpPr>
        <p:spPr>
          <a:xfrm>
            <a:off x="2425050" y="2920425"/>
            <a:ext cx="4293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and infographics &amp; images by </a:t>
            </a:r>
            <a:r>
              <a:rPr b="1"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3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9850" y="40921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" name="Google Shape;331;p23"/>
          <p:cNvGrpSpPr/>
          <p:nvPr/>
        </p:nvGrpSpPr>
        <p:grpSpPr>
          <a:xfrm rot="5400000">
            <a:off x="-267234" y="495836"/>
            <a:ext cx="1348030" cy="584982"/>
            <a:chOff x="407575" y="1938150"/>
            <a:chExt cx="2049300" cy="889300"/>
          </a:xfrm>
        </p:grpSpPr>
        <p:sp>
          <p:nvSpPr>
            <p:cNvPr id="332" name="Google Shape;332;p23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3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23"/>
          <p:cNvGrpSpPr/>
          <p:nvPr/>
        </p:nvGrpSpPr>
        <p:grpSpPr>
          <a:xfrm>
            <a:off x="347150" y="4214300"/>
            <a:ext cx="8301875" cy="711400"/>
            <a:chOff x="347150" y="4214300"/>
            <a:chExt cx="8301875" cy="711400"/>
          </a:xfrm>
        </p:grpSpPr>
        <p:sp>
          <p:nvSpPr>
            <p:cNvPr id="336" name="Google Shape;336;p23"/>
            <p:cNvSpPr/>
            <p:nvPr/>
          </p:nvSpPr>
          <p:spPr>
            <a:xfrm>
              <a:off x="347150" y="42143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3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3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9" name="Google Shape;339;p23"/>
          <p:cNvGrpSpPr/>
          <p:nvPr/>
        </p:nvGrpSpPr>
        <p:grpSpPr>
          <a:xfrm>
            <a:off x="7606066" y="451648"/>
            <a:ext cx="2993464" cy="2993464"/>
            <a:chOff x="4813700" y="-1616200"/>
            <a:chExt cx="4079400" cy="4079400"/>
          </a:xfrm>
        </p:grpSpPr>
        <p:sp>
          <p:nvSpPr>
            <p:cNvPr id="340" name="Google Shape;340;p23"/>
            <p:cNvSpPr/>
            <p:nvPr/>
          </p:nvSpPr>
          <p:spPr>
            <a:xfrm>
              <a:off x="4813700" y="-1616200"/>
              <a:ext cx="4079400" cy="407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4813700" y="-1063300"/>
              <a:ext cx="4079400" cy="2973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2" name="Google Shape;342;p23"/>
            <p:cNvSpPr/>
            <p:nvPr/>
          </p:nvSpPr>
          <p:spPr>
            <a:xfrm>
              <a:off x="4813700" y="-514750"/>
              <a:ext cx="4079400" cy="18765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3" name="Google Shape;343;p23"/>
            <p:cNvSpPr/>
            <p:nvPr/>
          </p:nvSpPr>
          <p:spPr>
            <a:xfrm>
              <a:off x="4813700" y="-24700"/>
              <a:ext cx="4079400" cy="896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5400000">
              <a:off x="4813700" y="-1192300"/>
              <a:ext cx="4079400" cy="3231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5" name="Google Shape;345;p23"/>
            <p:cNvSpPr/>
            <p:nvPr/>
          </p:nvSpPr>
          <p:spPr>
            <a:xfrm rot="5400000">
              <a:off x="4813643" y="-596200"/>
              <a:ext cx="4079400" cy="203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6" name="Google Shape;346;p23"/>
            <p:cNvSpPr/>
            <p:nvPr/>
          </p:nvSpPr>
          <p:spPr>
            <a:xfrm rot="5400000">
              <a:off x="4813563" y="-63700"/>
              <a:ext cx="4079400" cy="974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flipH="1">
            <a:off x="1852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9850" y="-213650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0" name="Google Shape;350;p24"/>
          <p:cNvGrpSpPr/>
          <p:nvPr/>
        </p:nvGrpSpPr>
        <p:grpSpPr>
          <a:xfrm rot="10800000">
            <a:off x="188994" y="547012"/>
            <a:ext cx="8580575" cy="2858800"/>
            <a:chOff x="347150" y="1634200"/>
            <a:chExt cx="8580575" cy="2858800"/>
          </a:xfrm>
        </p:grpSpPr>
        <p:sp>
          <p:nvSpPr>
            <p:cNvPr id="351" name="Google Shape;351;p24"/>
            <p:cNvSpPr/>
            <p:nvPr/>
          </p:nvSpPr>
          <p:spPr>
            <a:xfrm>
              <a:off x="347150" y="42143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4"/>
            <p:cNvSpPr/>
            <p:nvPr/>
          </p:nvSpPr>
          <p:spPr>
            <a:xfrm>
              <a:off x="8649025" y="16342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24"/>
          <p:cNvGrpSpPr/>
          <p:nvPr/>
        </p:nvGrpSpPr>
        <p:grpSpPr>
          <a:xfrm>
            <a:off x="-1458435" y="3577670"/>
            <a:ext cx="10460865" cy="3040893"/>
            <a:chOff x="-1458435" y="3577670"/>
            <a:chExt cx="10460865" cy="3040893"/>
          </a:xfrm>
        </p:grpSpPr>
        <p:grpSp>
          <p:nvGrpSpPr>
            <p:cNvPr id="354" name="Google Shape;354;p24"/>
            <p:cNvGrpSpPr/>
            <p:nvPr/>
          </p:nvGrpSpPr>
          <p:grpSpPr>
            <a:xfrm rot="-5400000">
              <a:off x="8035924" y="3959194"/>
              <a:ext cx="1348030" cy="584982"/>
              <a:chOff x="407575" y="1938150"/>
              <a:chExt cx="2049300" cy="889300"/>
            </a:xfrm>
          </p:grpSpPr>
          <p:sp>
            <p:nvSpPr>
              <p:cNvPr id="355" name="Google Shape;355;p24"/>
              <p:cNvSpPr/>
              <p:nvPr/>
            </p:nvSpPr>
            <p:spPr>
              <a:xfrm>
                <a:off x="407575" y="2456350"/>
                <a:ext cx="2049300" cy="371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4"/>
              <p:cNvSpPr/>
              <p:nvPr/>
            </p:nvSpPr>
            <p:spPr>
              <a:xfrm>
                <a:off x="407575" y="2205450"/>
                <a:ext cx="2049300" cy="371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24"/>
              <p:cNvSpPr/>
              <p:nvPr/>
            </p:nvSpPr>
            <p:spPr>
              <a:xfrm>
                <a:off x="407575" y="1938150"/>
                <a:ext cx="2049300" cy="371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8" name="Google Shape;358;p24"/>
            <p:cNvGrpSpPr/>
            <p:nvPr/>
          </p:nvGrpSpPr>
          <p:grpSpPr>
            <a:xfrm rot="10800000">
              <a:off x="-1458435" y="3625100"/>
              <a:ext cx="2993464" cy="2993464"/>
              <a:chOff x="4813700" y="-1616200"/>
              <a:chExt cx="4079400" cy="4079400"/>
            </a:xfrm>
          </p:grpSpPr>
          <p:sp>
            <p:nvSpPr>
              <p:cNvPr id="359" name="Google Shape;359;p24"/>
              <p:cNvSpPr/>
              <p:nvPr/>
            </p:nvSpPr>
            <p:spPr>
              <a:xfrm>
                <a:off x="4813700" y="-1616200"/>
                <a:ext cx="4079400" cy="4079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60" name="Google Shape;360;p24"/>
              <p:cNvSpPr/>
              <p:nvPr/>
            </p:nvSpPr>
            <p:spPr>
              <a:xfrm>
                <a:off x="4813700" y="-1063300"/>
                <a:ext cx="4079400" cy="2973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4813700" y="-514750"/>
                <a:ext cx="4079400" cy="187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4813700" y="-24700"/>
                <a:ext cx="4079400" cy="896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63" name="Google Shape;363;p24"/>
              <p:cNvSpPr/>
              <p:nvPr/>
            </p:nvSpPr>
            <p:spPr>
              <a:xfrm rot="5400000">
                <a:off x="4813700" y="-1192300"/>
                <a:ext cx="4079400" cy="3231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64" name="Google Shape;364;p24"/>
              <p:cNvSpPr/>
              <p:nvPr/>
            </p:nvSpPr>
            <p:spPr>
              <a:xfrm rot="5400000">
                <a:off x="4813643" y="-596200"/>
                <a:ext cx="4079400" cy="2039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65" name="Google Shape;365;p24"/>
              <p:cNvSpPr/>
              <p:nvPr/>
            </p:nvSpPr>
            <p:spPr>
              <a:xfrm rot="5400000">
                <a:off x="4813563" y="-63700"/>
                <a:ext cx="4079400" cy="97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2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2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2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2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2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2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5" name="Google Shape;385;p2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2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2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29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2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2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30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7" name="Google Shape;397;p30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8" name="Google Shape;398;p3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3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3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31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4" name="Google Shape;404;p31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5" name="Google Shape;405;p31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6" name="Google Shape;406;p31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7" name="Google Shape;407;p3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3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3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3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3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3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3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33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18" name="Google Shape;418;p33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19" name="Google Shape;419;p3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3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3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3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34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26" name="Google Shape;426;p3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3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3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3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2" name="Google Shape;432;p3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3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3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6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36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8" name="Google Shape;438;p3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3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3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theme" Target="../theme/theme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sz="3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68" name="Google Shape;368;p2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9" name="Google Shape;369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0" name="Google Shape;370;p2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1" name="Google Shape;371;p2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1"/>
          <p:cNvSpPr txBox="1"/>
          <p:nvPr>
            <p:ph type="ctrTitle"/>
          </p:nvPr>
        </p:nvSpPr>
        <p:spPr>
          <a:xfrm>
            <a:off x="1228075" y="101475"/>
            <a:ext cx="7368600" cy="218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WIPRO CAPSTONE PROJECT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Selenium PyTest and Behave BDD Automation Frameworks</a:t>
            </a:r>
            <a:endParaRPr/>
          </a:p>
        </p:txBody>
      </p:sp>
      <p:sp>
        <p:nvSpPr>
          <p:cNvPr id="450" name="Google Shape;450;p41"/>
          <p:cNvSpPr txBox="1"/>
          <p:nvPr>
            <p:ph idx="1" type="subTitle"/>
          </p:nvPr>
        </p:nvSpPr>
        <p:spPr>
          <a:xfrm>
            <a:off x="4433325" y="2504125"/>
            <a:ext cx="2446800" cy="22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Kanit"/>
                <a:ea typeface="Kanit"/>
                <a:cs typeface="Kanit"/>
                <a:sym typeface="Kanit"/>
              </a:rPr>
              <a:t>Team Members:</a:t>
            </a:r>
            <a:endParaRPr i="1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Kanit"/>
                <a:ea typeface="Kanit"/>
                <a:cs typeface="Kanit"/>
                <a:sym typeface="Kanit"/>
              </a:rPr>
              <a:t> </a:t>
            </a:r>
            <a:endParaRPr i="1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Kanit"/>
                <a:ea typeface="Kanit"/>
                <a:cs typeface="Kanit"/>
                <a:sym typeface="Kanit"/>
              </a:rPr>
              <a:t>Raushan Kumar</a:t>
            </a:r>
            <a:endParaRPr sz="1500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Kanit"/>
                <a:ea typeface="Kanit"/>
                <a:cs typeface="Kanit"/>
                <a:sym typeface="Kanit"/>
              </a:rPr>
              <a:t>Amman Farooque</a:t>
            </a:r>
            <a:endParaRPr sz="1500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Kanit"/>
                <a:ea typeface="Kanit"/>
                <a:cs typeface="Kanit"/>
                <a:sym typeface="Kanit"/>
              </a:rPr>
              <a:t>Advitiya Raj</a:t>
            </a:r>
            <a:endParaRPr sz="1500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Kanit"/>
                <a:ea typeface="Kanit"/>
                <a:cs typeface="Kanit"/>
                <a:sym typeface="Kanit"/>
              </a:rPr>
              <a:t>Kiran Sakthivel A</a:t>
            </a:r>
            <a:endParaRPr sz="1500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Kanit"/>
                <a:ea typeface="Kanit"/>
                <a:cs typeface="Kanit"/>
                <a:sym typeface="Kanit"/>
              </a:rPr>
              <a:t>Gadi Teja Sai Manikanta</a:t>
            </a:r>
            <a:endParaRPr sz="1500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Kanit"/>
                <a:ea typeface="Kanit"/>
                <a:cs typeface="Kanit"/>
                <a:sym typeface="Kanit"/>
              </a:rPr>
              <a:t>Mohan </a:t>
            </a:r>
            <a:r>
              <a:rPr lang="en" sz="1500">
                <a:latin typeface="Kanit"/>
                <a:ea typeface="Kanit"/>
                <a:cs typeface="Kanit"/>
                <a:sym typeface="Kanit"/>
              </a:rPr>
              <a:t>Nandamuri</a:t>
            </a:r>
            <a:endParaRPr sz="1500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451" name="Google Shape;451;p41"/>
          <p:cNvSpPr/>
          <p:nvPr/>
        </p:nvSpPr>
        <p:spPr>
          <a:xfrm>
            <a:off x="8378200" y="256650"/>
            <a:ext cx="278700" cy="278700"/>
          </a:xfrm>
          <a:prstGeom prst="star4">
            <a:avLst>
              <a:gd fmla="val 723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2" name="Google Shape;452;p41"/>
          <p:cNvGrpSpPr/>
          <p:nvPr/>
        </p:nvGrpSpPr>
        <p:grpSpPr>
          <a:xfrm>
            <a:off x="8269116" y="362323"/>
            <a:ext cx="2993464" cy="2993464"/>
            <a:chOff x="4813700" y="-1616200"/>
            <a:chExt cx="4079400" cy="4079400"/>
          </a:xfrm>
        </p:grpSpPr>
        <p:sp>
          <p:nvSpPr>
            <p:cNvPr id="453" name="Google Shape;453;p41"/>
            <p:cNvSpPr/>
            <p:nvPr/>
          </p:nvSpPr>
          <p:spPr>
            <a:xfrm>
              <a:off x="4813700" y="-1616200"/>
              <a:ext cx="4079400" cy="407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4" name="Google Shape;454;p41"/>
            <p:cNvSpPr/>
            <p:nvPr/>
          </p:nvSpPr>
          <p:spPr>
            <a:xfrm>
              <a:off x="4813700" y="-1063300"/>
              <a:ext cx="4079400" cy="2973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5" name="Google Shape;455;p41"/>
            <p:cNvSpPr/>
            <p:nvPr/>
          </p:nvSpPr>
          <p:spPr>
            <a:xfrm>
              <a:off x="4813700" y="-514750"/>
              <a:ext cx="4079400" cy="18765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6" name="Google Shape;456;p41"/>
            <p:cNvSpPr/>
            <p:nvPr/>
          </p:nvSpPr>
          <p:spPr>
            <a:xfrm>
              <a:off x="4813700" y="-24700"/>
              <a:ext cx="4079400" cy="896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7" name="Google Shape;457;p41"/>
            <p:cNvSpPr/>
            <p:nvPr/>
          </p:nvSpPr>
          <p:spPr>
            <a:xfrm rot="5400000">
              <a:off x="4813700" y="-1192300"/>
              <a:ext cx="4079400" cy="3231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8" name="Google Shape;458;p41"/>
            <p:cNvSpPr/>
            <p:nvPr/>
          </p:nvSpPr>
          <p:spPr>
            <a:xfrm rot="5400000">
              <a:off x="4813643" y="-596200"/>
              <a:ext cx="4079400" cy="203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9" name="Google Shape;459;p41"/>
            <p:cNvSpPr/>
            <p:nvPr/>
          </p:nvSpPr>
          <p:spPr>
            <a:xfrm rot="5400000">
              <a:off x="4813563" y="-63700"/>
              <a:ext cx="4079400" cy="974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460" name="Google Shape;46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868" y="3046726"/>
            <a:ext cx="1431465" cy="1306352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1"/>
          <p:cNvSpPr txBox="1"/>
          <p:nvPr>
            <p:ph idx="1" type="subTitle"/>
          </p:nvPr>
        </p:nvSpPr>
        <p:spPr>
          <a:xfrm>
            <a:off x="1228075" y="2504129"/>
            <a:ext cx="2641500" cy="12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Kanit"/>
                <a:ea typeface="Kanit"/>
                <a:cs typeface="Kanit"/>
                <a:sym typeface="Kanit"/>
              </a:rPr>
              <a:t>Project Title:</a:t>
            </a:r>
            <a:endParaRPr i="1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Kanit"/>
                <a:ea typeface="Kanit"/>
                <a:cs typeface="Kanit"/>
                <a:sym typeface="Kanit"/>
              </a:rPr>
              <a:t> </a:t>
            </a:r>
            <a:endParaRPr i="1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Kanit"/>
                <a:ea typeface="Kanit"/>
                <a:cs typeface="Kanit"/>
                <a:sym typeface="Kanit"/>
              </a:rPr>
              <a:t>Apollo 24/7 (Healthcare)</a:t>
            </a:r>
            <a:br>
              <a:rPr lang="en" sz="1500">
                <a:latin typeface="Kanit"/>
                <a:ea typeface="Kanit"/>
                <a:cs typeface="Kanit"/>
                <a:sym typeface="Kanit"/>
              </a:rPr>
            </a:br>
            <a:endParaRPr sz="1500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2"/>
          <p:cNvSpPr txBox="1"/>
          <p:nvPr>
            <p:ph type="title"/>
          </p:nvPr>
        </p:nvSpPr>
        <p:spPr>
          <a:xfrm>
            <a:off x="2173800" y="180950"/>
            <a:ext cx="4796400" cy="93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Introduction</a:t>
            </a:r>
            <a:endParaRPr sz="4000"/>
          </a:p>
        </p:txBody>
      </p:sp>
      <p:sp>
        <p:nvSpPr>
          <p:cNvPr id="467" name="Google Shape;467;p42"/>
          <p:cNvSpPr txBox="1"/>
          <p:nvPr>
            <p:ph idx="1" type="subTitle"/>
          </p:nvPr>
        </p:nvSpPr>
        <p:spPr>
          <a:xfrm>
            <a:off x="1100700" y="1118450"/>
            <a:ext cx="6817800" cy="37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Project Objective:</a:t>
            </a:r>
            <a:r>
              <a:rPr lang="en"/>
              <a:t> Develop a robust, automated testing framework for the Apollo 24/7 Healthcare platform to ensure reliable user journeys.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Modules in Scope: </a:t>
            </a:r>
            <a:r>
              <a:rPr lang="en"/>
              <a:t>End-to-end testing for core functionalities including Health Monitors, Buy Medicines, Cart Management, and Checkout workflows.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Framework Architecture:</a:t>
            </a:r>
            <a:r>
              <a:rPr lang="en"/>
              <a:t> Designed a Hybrid Framework combining Page Object Model (POM), Behavior Driven Development (BDD), and Data-Driven Testing.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Technology Stack:</a:t>
            </a:r>
            <a:r>
              <a:rPr lang="en"/>
              <a:t> Built using Python, Selenium WebDriver, Pytest, and Behave BDD, ensuring scalable and maintainable test execution.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Collaborative Effort:</a:t>
            </a:r>
            <a:r>
              <a:rPr lang="en"/>
              <a:t> A unified team approach to implement modular page objects, reusable utilities, and comprehensive reporting.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3"/>
          <p:cNvSpPr/>
          <p:nvPr/>
        </p:nvSpPr>
        <p:spPr>
          <a:xfrm>
            <a:off x="150880" y="171450"/>
            <a:ext cx="2366073" cy="4773168"/>
          </a:xfrm>
          <a:prstGeom prst="roundRect">
            <a:avLst>
              <a:gd fmla="val 5217" name="adj"/>
            </a:avLst>
          </a:prstGeom>
          <a:solidFill>
            <a:srgbClr val="0B1728"/>
          </a:solidFill>
          <a:ln cap="flat" cmpd="sng" w="12700">
            <a:solidFill>
              <a:srgbClr val="1E3A5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3"/>
          <p:cNvSpPr/>
          <p:nvPr/>
        </p:nvSpPr>
        <p:spPr>
          <a:xfrm>
            <a:off x="150880" y="171450"/>
            <a:ext cx="54865" cy="4773168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3"/>
          <p:cNvSpPr/>
          <p:nvPr/>
        </p:nvSpPr>
        <p:spPr>
          <a:xfrm>
            <a:off x="301760" y="240030"/>
            <a:ext cx="2057455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Apollo Automation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43"/>
          <p:cNvSpPr/>
          <p:nvPr/>
        </p:nvSpPr>
        <p:spPr>
          <a:xfrm>
            <a:off x="301760" y="569214"/>
            <a:ext cx="20574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Health Monitors  ·  Capstone Project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3"/>
          <p:cNvSpPr/>
          <p:nvPr/>
        </p:nvSpPr>
        <p:spPr>
          <a:xfrm>
            <a:off x="301760" y="768096"/>
            <a:ext cx="2057455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Raushan Kumar  |  5531902  |  Apollo Pharmacy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/>
          <p:nvPr/>
        </p:nvSpPr>
        <p:spPr>
          <a:xfrm>
            <a:off x="301760" y="1131570"/>
            <a:ext cx="1954582" cy="205740"/>
          </a:xfrm>
          <a:prstGeom prst="roundRect">
            <a:avLst>
              <a:gd fmla="val 26667" name="adj"/>
            </a:avLst>
          </a:prstGeom>
          <a:solidFill>
            <a:srgbClr val="122A44"/>
          </a:solidFill>
          <a:ln cap="flat" cmpd="sng" w="12700">
            <a:solidFill>
              <a:srgbClr val="1D4E75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3"/>
          <p:cNvSpPr/>
          <p:nvPr/>
        </p:nvSpPr>
        <p:spPr>
          <a:xfrm>
            <a:off x="384058" y="1165860"/>
            <a:ext cx="174883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FRAMEWORK LAYERS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43"/>
          <p:cNvSpPr/>
          <p:nvPr/>
        </p:nvSpPr>
        <p:spPr>
          <a:xfrm>
            <a:off x="411491" y="1405890"/>
            <a:ext cx="548655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43"/>
          <p:cNvSpPr/>
          <p:nvPr/>
        </p:nvSpPr>
        <p:spPr>
          <a:xfrm>
            <a:off x="411491" y="1563624"/>
            <a:ext cx="17831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test_e2e.py  |  test_positive_negative.py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3"/>
          <p:cNvSpPr/>
          <p:nvPr/>
        </p:nvSpPr>
        <p:spPr>
          <a:xfrm>
            <a:off x="411491" y="1858518"/>
            <a:ext cx="548655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PAGES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3"/>
          <p:cNvSpPr/>
          <p:nvPr/>
        </p:nvSpPr>
        <p:spPr>
          <a:xfrm>
            <a:off x="411491" y="2016252"/>
            <a:ext cx="17831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LoginPage  |  ShopByCategoryPage  |  BasePage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3"/>
          <p:cNvSpPr/>
          <p:nvPr/>
        </p:nvSpPr>
        <p:spPr>
          <a:xfrm>
            <a:off x="411491" y="2311146"/>
            <a:ext cx="548655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UTILS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3"/>
          <p:cNvSpPr/>
          <p:nvPr/>
        </p:nvSpPr>
        <p:spPr>
          <a:xfrm>
            <a:off x="411491" y="2468880"/>
            <a:ext cx="17831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LogGen  |  ScreenshotUtil  |  CSVReader  |  ConfigReader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43"/>
          <p:cNvSpPr/>
          <p:nvPr/>
        </p:nvSpPr>
        <p:spPr>
          <a:xfrm>
            <a:off x="411491" y="2763774"/>
            <a:ext cx="548655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CONFIG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43"/>
          <p:cNvSpPr/>
          <p:nvPr/>
        </p:nvSpPr>
        <p:spPr>
          <a:xfrm>
            <a:off x="411491" y="2921508"/>
            <a:ext cx="17831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conftest.py  |  config.properties  |  CSV data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3"/>
          <p:cNvSpPr/>
          <p:nvPr/>
        </p:nvSpPr>
        <p:spPr>
          <a:xfrm>
            <a:off x="411491" y="3216402"/>
            <a:ext cx="548655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BDD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3"/>
          <p:cNvSpPr/>
          <p:nvPr/>
        </p:nvSpPr>
        <p:spPr>
          <a:xfrm>
            <a:off x="411491" y="3374136"/>
            <a:ext cx="17831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environment.py  |  Feature Files + Steps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3"/>
          <p:cNvSpPr/>
          <p:nvPr/>
        </p:nvSpPr>
        <p:spPr>
          <a:xfrm>
            <a:off x="301760" y="4334256"/>
            <a:ext cx="1954582" cy="356616"/>
          </a:xfrm>
          <a:prstGeom prst="roundRect">
            <a:avLst>
              <a:gd fmla="val 23077" name="adj"/>
            </a:avLst>
          </a:prstGeom>
          <a:solidFill>
            <a:srgbClr val="102238"/>
          </a:solidFill>
          <a:ln cap="flat" cmpd="sng" w="12700">
            <a:solidFill>
              <a:srgbClr val="1D4E75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3"/>
          <p:cNvSpPr/>
          <p:nvPr/>
        </p:nvSpPr>
        <p:spPr>
          <a:xfrm>
            <a:off x="411491" y="4416552"/>
            <a:ext cx="17488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Selenium  ·  Pytest  ·  Behave BDD  ·  Allure  ·  POM  ·  Chrome WebDriver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43"/>
          <p:cNvSpPr/>
          <p:nvPr/>
        </p:nvSpPr>
        <p:spPr>
          <a:xfrm>
            <a:off x="2756989" y="171450"/>
            <a:ext cx="1474509" cy="672084"/>
          </a:xfrm>
          <a:prstGeom prst="roundRect">
            <a:avLst>
              <a:gd fmla="val 18367" name="adj"/>
            </a:avLst>
          </a:prstGeom>
          <a:solidFill>
            <a:srgbClr val="0C2238"/>
          </a:solidFill>
          <a:ln cap="flat" cmpd="sng" w="12700">
            <a:solidFill>
              <a:srgbClr val="1F5C82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3"/>
          <p:cNvSpPr/>
          <p:nvPr/>
        </p:nvSpPr>
        <p:spPr>
          <a:xfrm>
            <a:off x="2756989" y="205740"/>
            <a:ext cx="14745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3"/>
          <p:cNvSpPr/>
          <p:nvPr/>
        </p:nvSpPr>
        <p:spPr>
          <a:xfrm>
            <a:off x="2756989" y="473202"/>
            <a:ext cx="1474509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Scenarios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3"/>
          <p:cNvSpPr/>
          <p:nvPr/>
        </p:nvSpPr>
        <p:spPr>
          <a:xfrm>
            <a:off x="2756989" y="637794"/>
            <a:ext cx="1474509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PyTest + BDD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3"/>
          <p:cNvSpPr/>
          <p:nvPr/>
        </p:nvSpPr>
        <p:spPr>
          <a:xfrm>
            <a:off x="4409812" y="171450"/>
            <a:ext cx="1474509" cy="672084"/>
          </a:xfrm>
          <a:prstGeom prst="roundRect">
            <a:avLst>
              <a:gd fmla="val 18367" name="adj"/>
            </a:avLst>
          </a:prstGeom>
          <a:solidFill>
            <a:srgbClr val="0C2238"/>
          </a:solidFill>
          <a:ln cap="flat" cmpd="sng" w="12700">
            <a:solidFill>
              <a:srgbClr val="1F5C82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3"/>
          <p:cNvSpPr/>
          <p:nvPr/>
        </p:nvSpPr>
        <p:spPr>
          <a:xfrm>
            <a:off x="4409812" y="205740"/>
            <a:ext cx="14745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3"/>
          <p:cNvSpPr/>
          <p:nvPr/>
        </p:nvSpPr>
        <p:spPr>
          <a:xfrm>
            <a:off x="4409812" y="473202"/>
            <a:ext cx="1474509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Positive Cases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3"/>
          <p:cNvSpPr/>
          <p:nvPr/>
        </p:nvSpPr>
        <p:spPr>
          <a:xfrm>
            <a:off x="4409812" y="637794"/>
            <a:ext cx="1474509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Login, cart, categories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3"/>
          <p:cNvSpPr/>
          <p:nvPr/>
        </p:nvSpPr>
        <p:spPr>
          <a:xfrm>
            <a:off x="6062634" y="171450"/>
            <a:ext cx="1474509" cy="672084"/>
          </a:xfrm>
          <a:prstGeom prst="roundRect">
            <a:avLst>
              <a:gd fmla="val 18367" name="adj"/>
            </a:avLst>
          </a:prstGeom>
          <a:solidFill>
            <a:srgbClr val="0C2238"/>
          </a:solidFill>
          <a:ln cap="flat" cmpd="sng" w="12700">
            <a:solidFill>
              <a:srgbClr val="1F5C82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3"/>
          <p:cNvSpPr/>
          <p:nvPr/>
        </p:nvSpPr>
        <p:spPr>
          <a:xfrm>
            <a:off x="6062634" y="205740"/>
            <a:ext cx="14745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3"/>
          <p:cNvSpPr/>
          <p:nvPr/>
        </p:nvSpPr>
        <p:spPr>
          <a:xfrm>
            <a:off x="6062634" y="473202"/>
            <a:ext cx="1474509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Negative Cases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3"/>
          <p:cNvSpPr/>
          <p:nvPr/>
        </p:nvSpPr>
        <p:spPr>
          <a:xfrm>
            <a:off x="6062634" y="637794"/>
            <a:ext cx="1474509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Fake category + invalid product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3"/>
          <p:cNvSpPr/>
          <p:nvPr/>
        </p:nvSpPr>
        <p:spPr>
          <a:xfrm>
            <a:off x="2743273" y="1062990"/>
            <a:ext cx="2503237" cy="2249424"/>
          </a:xfrm>
          <a:prstGeom prst="roundRect">
            <a:avLst>
              <a:gd fmla="val 4878" name="adj"/>
            </a:avLst>
          </a:prstGeom>
          <a:solidFill>
            <a:srgbClr val="0F1F33"/>
          </a:solidFill>
          <a:ln cap="flat" cmpd="sng" w="12700">
            <a:solidFill>
              <a:srgbClr val="1B4965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3"/>
          <p:cNvSpPr/>
          <p:nvPr/>
        </p:nvSpPr>
        <p:spPr>
          <a:xfrm>
            <a:off x="2743273" y="1062990"/>
            <a:ext cx="2503237" cy="288036"/>
          </a:xfrm>
          <a:prstGeom prst="rect">
            <a:avLst/>
          </a:prstGeom>
          <a:solidFill>
            <a:srgbClr val="123556"/>
          </a:solidFill>
          <a:ln cap="flat" cmpd="sng" w="12700">
            <a:solidFill>
              <a:srgbClr val="1235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3"/>
          <p:cNvSpPr/>
          <p:nvPr/>
        </p:nvSpPr>
        <p:spPr>
          <a:xfrm>
            <a:off x="2866720" y="1138428"/>
            <a:ext cx="22632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 POSITIVE TEST SCENARIOS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3"/>
          <p:cNvSpPr/>
          <p:nvPr/>
        </p:nvSpPr>
        <p:spPr>
          <a:xfrm>
            <a:off x="2894153" y="1453896"/>
            <a:ext cx="1577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3"/>
          <p:cNvSpPr/>
          <p:nvPr/>
        </p:nvSpPr>
        <p:spPr>
          <a:xfrm>
            <a:off x="3127331" y="1453896"/>
            <a:ext cx="18928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End-to-End: Login → Health Monitors → Cart → Proceed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3"/>
          <p:cNvSpPr/>
          <p:nvPr/>
        </p:nvSpPr>
        <p:spPr>
          <a:xfrm>
            <a:off x="2894153" y="1783080"/>
            <a:ext cx="1577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3"/>
          <p:cNvSpPr/>
          <p:nvPr/>
        </p:nvSpPr>
        <p:spPr>
          <a:xfrm>
            <a:off x="3127331" y="1783080"/>
            <a:ext cx="18928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Login with valid mobile number + manual OTP verification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3"/>
          <p:cNvSpPr/>
          <p:nvPr/>
        </p:nvSpPr>
        <p:spPr>
          <a:xfrm>
            <a:off x="2894153" y="2112264"/>
            <a:ext cx="1577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3"/>
          <p:cNvSpPr/>
          <p:nvPr/>
        </p:nvSpPr>
        <p:spPr>
          <a:xfrm>
            <a:off x="3127331" y="2112264"/>
            <a:ext cx="18928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Health Monitors category and verify URL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3"/>
          <p:cNvSpPr/>
          <p:nvPr/>
        </p:nvSpPr>
        <p:spPr>
          <a:xfrm>
            <a:off x="2894153" y="2441448"/>
            <a:ext cx="1577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3"/>
          <p:cNvSpPr/>
          <p:nvPr/>
        </p:nvSpPr>
        <p:spPr>
          <a:xfrm>
            <a:off x="3127331" y="2441448"/>
            <a:ext cx="18928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Apply Doctor S Choice brand filter successfully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3"/>
          <p:cNvSpPr/>
          <p:nvPr/>
        </p:nvSpPr>
        <p:spPr>
          <a:xfrm>
            <a:off x="2894153" y="2770632"/>
            <a:ext cx="1577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3"/>
          <p:cNvSpPr/>
          <p:nvPr/>
        </p:nvSpPr>
        <p:spPr>
          <a:xfrm>
            <a:off x="3127331" y="2770632"/>
            <a:ext cx="18928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exact product and verify same item in cart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3"/>
          <p:cNvSpPr/>
          <p:nvPr/>
        </p:nvSpPr>
        <p:spPr>
          <a:xfrm>
            <a:off x="5452255" y="1062990"/>
            <a:ext cx="3394800" cy="2249424"/>
          </a:xfrm>
          <a:prstGeom prst="roundRect">
            <a:avLst>
              <a:gd fmla="val 4878" name="adj"/>
            </a:avLst>
          </a:prstGeom>
          <a:solidFill>
            <a:srgbClr val="0F1F33"/>
          </a:solidFill>
          <a:ln cap="flat" cmpd="sng" w="12700">
            <a:solidFill>
              <a:srgbClr val="1B4965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3"/>
          <p:cNvSpPr/>
          <p:nvPr/>
        </p:nvSpPr>
        <p:spPr>
          <a:xfrm>
            <a:off x="5452255" y="1062990"/>
            <a:ext cx="3394800" cy="288036"/>
          </a:xfrm>
          <a:prstGeom prst="rect">
            <a:avLst/>
          </a:prstGeom>
          <a:solidFill>
            <a:srgbClr val="381824"/>
          </a:solidFill>
          <a:ln cap="flat" cmpd="sng" w="12700">
            <a:solidFill>
              <a:srgbClr val="3818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3"/>
          <p:cNvSpPr/>
          <p:nvPr/>
        </p:nvSpPr>
        <p:spPr>
          <a:xfrm>
            <a:off x="5575703" y="1138428"/>
            <a:ext cx="164596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✕  NEGATIVE TEST CASES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3"/>
          <p:cNvSpPr/>
          <p:nvPr/>
        </p:nvSpPr>
        <p:spPr>
          <a:xfrm>
            <a:off x="5609994" y="1460754"/>
            <a:ext cx="1577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5843172" y="1460754"/>
            <a:ext cx="275013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Fake Category — should not be visible on the page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3"/>
          <p:cNvSpPr/>
          <p:nvPr/>
        </p:nvSpPr>
        <p:spPr>
          <a:xfrm>
            <a:off x="5609994" y="1789938"/>
            <a:ext cx="1577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3"/>
          <p:cNvSpPr/>
          <p:nvPr/>
        </p:nvSpPr>
        <p:spPr>
          <a:xfrm>
            <a:off x="5843172" y="1789938"/>
            <a:ext cx="275013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Invalid Product — should not be present in DOM/page text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43"/>
          <p:cNvCxnSpPr/>
          <p:nvPr/>
        </p:nvCxnSpPr>
        <p:spPr>
          <a:xfrm>
            <a:off x="5575703" y="2194560"/>
            <a:ext cx="3086182" cy="0"/>
          </a:xfrm>
          <a:prstGeom prst="straightConnector1">
            <a:avLst/>
          </a:prstGeom>
          <a:noFill/>
          <a:ln cap="flat" cmpd="sng" w="12700">
            <a:solidFill>
              <a:srgbClr val="2444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5" name="Google Shape;525;p43"/>
          <p:cNvSpPr/>
          <p:nvPr/>
        </p:nvSpPr>
        <p:spPr>
          <a:xfrm>
            <a:off x="5575703" y="2318004"/>
            <a:ext cx="29833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KEY METHODS — ShopByCategoryPage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3"/>
          <p:cNvSpPr/>
          <p:nvPr/>
        </p:nvSpPr>
        <p:spPr>
          <a:xfrm>
            <a:off x="5609994" y="2592324"/>
            <a:ext cx="240036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add_exact_product_to_cart_with_retry()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3"/>
          <p:cNvSpPr/>
          <p:nvPr/>
        </p:nvSpPr>
        <p:spPr>
          <a:xfrm>
            <a:off x="5609994" y="2750058"/>
            <a:ext cx="2606109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Retry logic + product-name verification in cart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3"/>
          <p:cNvSpPr/>
          <p:nvPr/>
        </p:nvSpPr>
        <p:spPr>
          <a:xfrm>
            <a:off x="5609994" y="2935224"/>
            <a:ext cx="240036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click_proceed_button()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3"/>
          <p:cNvSpPr/>
          <p:nvPr/>
        </p:nvSpPr>
        <p:spPr>
          <a:xfrm>
            <a:off x="5609994" y="3092958"/>
            <a:ext cx="2606109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Visible text/title based click + next-step validation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3"/>
          <p:cNvSpPr/>
          <p:nvPr/>
        </p:nvSpPr>
        <p:spPr>
          <a:xfrm>
            <a:off x="2743273" y="3463290"/>
            <a:ext cx="6103783" cy="1014984"/>
          </a:xfrm>
          <a:prstGeom prst="roundRect">
            <a:avLst>
              <a:gd fmla="val 10811" name="adj"/>
            </a:avLst>
          </a:prstGeom>
          <a:solidFill>
            <a:srgbClr val="0F1F33"/>
          </a:solidFill>
          <a:ln cap="flat" cmpd="sng" w="12700">
            <a:solidFill>
              <a:srgbClr val="1B4965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3"/>
          <p:cNvSpPr/>
          <p:nvPr/>
        </p:nvSpPr>
        <p:spPr>
          <a:xfrm>
            <a:off x="2866720" y="3566160"/>
            <a:ext cx="586374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AUTOMATION WORKFLOW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3"/>
          <p:cNvSpPr/>
          <p:nvPr/>
        </p:nvSpPr>
        <p:spPr>
          <a:xfrm>
            <a:off x="3168480" y="3826764"/>
            <a:ext cx="233178" cy="233172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3"/>
          <p:cNvSpPr/>
          <p:nvPr/>
        </p:nvSpPr>
        <p:spPr>
          <a:xfrm>
            <a:off x="3168480" y="3854196"/>
            <a:ext cx="2331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3"/>
          <p:cNvSpPr/>
          <p:nvPr/>
        </p:nvSpPr>
        <p:spPr>
          <a:xfrm>
            <a:off x="2983310" y="4149090"/>
            <a:ext cx="6515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CSV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3"/>
          <p:cNvSpPr/>
          <p:nvPr/>
        </p:nvSpPr>
        <p:spPr>
          <a:xfrm>
            <a:off x="2983310" y="4293108"/>
            <a:ext cx="651527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login/category data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3"/>
          <p:cNvSpPr/>
          <p:nvPr/>
        </p:nvSpPr>
        <p:spPr>
          <a:xfrm>
            <a:off x="4114910" y="3826764"/>
            <a:ext cx="233178" cy="233172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3"/>
          <p:cNvSpPr/>
          <p:nvPr/>
        </p:nvSpPr>
        <p:spPr>
          <a:xfrm>
            <a:off x="4114910" y="3854196"/>
            <a:ext cx="2331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3"/>
          <p:cNvSpPr/>
          <p:nvPr/>
        </p:nvSpPr>
        <p:spPr>
          <a:xfrm>
            <a:off x="3929739" y="4149090"/>
            <a:ext cx="6515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Browser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3"/>
          <p:cNvSpPr/>
          <p:nvPr/>
        </p:nvSpPr>
        <p:spPr>
          <a:xfrm>
            <a:off x="3929739" y="4293108"/>
            <a:ext cx="651527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Chrome driver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3"/>
          <p:cNvSpPr/>
          <p:nvPr/>
        </p:nvSpPr>
        <p:spPr>
          <a:xfrm>
            <a:off x="5061339" y="3826764"/>
            <a:ext cx="233178" cy="233172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3"/>
          <p:cNvSpPr/>
          <p:nvPr/>
        </p:nvSpPr>
        <p:spPr>
          <a:xfrm>
            <a:off x="5061339" y="3854196"/>
            <a:ext cx="2331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3"/>
          <p:cNvSpPr/>
          <p:nvPr/>
        </p:nvSpPr>
        <p:spPr>
          <a:xfrm>
            <a:off x="4876168" y="4149090"/>
            <a:ext cx="6515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Login OTP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43"/>
          <p:cNvSpPr/>
          <p:nvPr/>
        </p:nvSpPr>
        <p:spPr>
          <a:xfrm>
            <a:off x="4876168" y="4293108"/>
            <a:ext cx="651527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manual OTP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3"/>
          <p:cNvSpPr/>
          <p:nvPr/>
        </p:nvSpPr>
        <p:spPr>
          <a:xfrm>
            <a:off x="6007768" y="3826764"/>
            <a:ext cx="233178" cy="233172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3"/>
          <p:cNvSpPr/>
          <p:nvPr/>
        </p:nvSpPr>
        <p:spPr>
          <a:xfrm>
            <a:off x="6007768" y="3854196"/>
            <a:ext cx="2331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43"/>
          <p:cNvSpPr/>
          <p:nvPr/>
        </p:nvSpPr>
        <p:spPr>
          <a:xfrm>
            <a:off x="5822597" y="4149090"/>
            <a:ext cx="6515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Apply Filter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3"/>
          <p:cNvSpPr/>
          <p:nvPr/>
        </p:nvSpPr>
        <p:spPr>
          <a:xfrm>
            <a:off x="5822597" y="4293108"/>
            <a:ext cx="651527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Doctor S Choice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3"/>
          <p:cNvSpPr/>
          <p:nvPr/>
        </p:nvSpPr>
        <p:spPr>
          <a:xfrm>
            <a:off x="6954197" y="3826764"/>
            <a:ext cx="233178" cy="233172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3"/>
          <p:cNvSpPr/>
          <p:nvPr/>
        </p:nvSpPr>
        <p:spPr>
          <a:xfrm>
            <a:off x="6954197" y="3854196"/>
            <a:ext cx="2331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43"/>
          <p:cNvSpPr/>
          <p:nvPr/>
        </p:nvSpPr>
        <p:spPr>
          <a:xfrm>
            <a:off x="6769026" y="4149090"/>
            <a:ext cx="6515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Cart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3"/>
          <p:cNvSpPr/>
          <p:nvPr/>
        </p:nvSpPr>
        <p:spPr>
          <a:xfrm>
            <a:off x="6769026" y="4293108"/>
            <a:ext cx="651527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verify product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3"/>
          <p:cNvSpPr/>
          <p:nvPr/>
        </p:nvSpPr>
        <p:spPr>
          <a:xfrm>
            <a:off x="7900627" y="3826764"/>
            <a:ext cx="233178" cy="233172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3"/>
          <p:cNvSpPr/>
          <p:nvPr/>
        </p:nvSpPr>
        <p:spPr>
          <a:xfrm>
            <a:off x="7900627" y="3854196"/>
            <a:ext cx="2331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3"/>
          <p:cNvSpPr/>
          <p:nvPr/>
        </p:nvSpPr>
        <p:spPr>
          <a:xfrm>
            <a:off x="7715456" y="4149090"/>
            <a:ext cx="6515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Allure Report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3"/>
          <p:cNvSpPr/>
          <p:nvPr/>
        </p:nvSpPr>
        <p:spPr>
          <a:xfrm>
            <a:off x="7715456" y="4293108"/>
            <a:ext cx="651527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logs + screenshots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6" name="Google Shape;556;p43"/>
          <p:cNvCxnSpPr/>
          <p:nvPr/>
        </p:nvCxnSpPr>
        <p:spPr>
          <a:xfrm>
            <a:off x="2743273" y="4718304"/>
            <a:ext cx="6103783" cy="0"/>
          </a:xfrm>
          <a:prstGeom prst="straightConnector1">
            <a:avLst/>
          </a:prstGeom>
          <a:noFill/>
          <a:ln cap="flat" cmpd="sng" w="12700">
            <a:solidFill>
              <a:srgbClr val="1B49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7" name="Google Shape;557;p43"/>
          <p:cNvSpPr/>
          <p:nvPr/>
        </p:nvSpPr>
        <p:spPr>
          <a:xfrm>
            <a:off x="2743273" y="4786884"/>
            <a:ext cx="3909164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Apollo 247 Automation  ·  Selenium PyTest + Behave BDD  ·  Allure Evidence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3"/>
          <p:cNvSpPr/>
          <p:nvPr/>
        </p:nvSpPr>
        <p:spPr>
          <a:xfrm>
            <a:off x="7989783" y="4786884"/>
            <a:ext cx="788691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Capstone Project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4"/>
          <p:cNvSpPr txBox="1"/>
          <p:nvPr/>
        </p:nvSpPr>
        <p:spPr>
          <a:xfrm>
            <a:off x="365760" y="137160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Apollo Pharmacy Automation</a:t>
            </a:r>
            <a:endParaRPr/>
          </a:p>
        </p:txBody>
      </p:sp>
      <p:sp>
        <p:nvSpPr>
          <p:cNvPr id="564" name="Google Shape;564;p44"/>
          <p:cNvSpPr txBox="1"/>
          <p:nvPr/>
        </p:nvSpPr>
        <p:spPr>
          <a:xfrm>
            <a:off x="365760" y="425196"/>
            <a:ext cx="3657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Buy Medicines  ·  Capstone Project</a:t>
            </a:r>
            <a:endParaRPr/>
          </a:p>
        </p:txBody>
      </p:sp>
      <p:sp>
        <p:nvSpPr>
          <p:cNvPr id="565" name="Google Shape;565;p44"/>
          <p:cNvSpPr txBox="1"/>
          <p:nvPr/>
        </p:nvSpPr>
        <p:spPr>
          <a:xfrm>
            <a:off x="6569050" y="137160"/>
            <a:ext cx="2300630" cy="334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   Amman Farooque         </a:t>
            </a:r>
            <a:endParaRPr b="1" sz="1300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Superset ID: 4289621|  Apollo Pharmacy</a:t>
            </a:r>
            <a:endParaRPr/>
          </a:p>
        </p:txBody>
      </p:sp>
      <p:sp>
        <p:nvSpPr>
          <p:cNvPr id="566" name="Google Shape;566;p44"/>
          <p:cNvSpPr txBox="1"/>
          <p:nvPr/>
        </p:nvSpPr>
        <p:spPr>
          <a:xfrm>
            <a:off x="365760" y="822960"/>
            <a:ext cx="3456395" cy="1523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932"/>
                </a:solidFill>
                <a:latin typeface="Calibri"/>
                <a:ea typeface="Calibri"/>
                <a:cs typeface="Calibri"/>
                <a:sym typeface="Calibri"/>
              </a:rPr>
              <a:t>FRAMEWORK LAYERS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932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test_e2e.py  |  test_</a:t>
            </a: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b="0"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.py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932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r>
              <a:rPr b="0"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Page  |  </a:t>
            </a: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r>
              <a:rPr b="0"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Page  |  </a:t>
            </a: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ProductPage |  SearchMedicinePage</a:t>
            </a:r>
            <a:endParaRPr sz="10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CartPage</a:t>
            </a:r>
            <a:endParaRPr b="0" sz="10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932"/>
                </a:solidFill>
                <a:latin typeface="Calibri"/>
                <a:ea typeface="Calibri"/>
                <a:cs typeface="Calibri"/>
                <a:sym typeface="Calibri"/>
              </a:rPr>
              <a:t>UTILS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LogGen  |  ScreenshotUtil  |  </a:t>
            </a: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CSV</a:t>
            </a:r>
            <a:r>
              <a:rPr b="0"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Reader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932"/>
                </a:solidFill>
                <a:latin typeface="Calibri"/>
                <a:ea typeface="Calibri"/>
                <a:cs typeface="Calibri"/>
                <a:sym typeface="Calibri"/>
              </a:rPr>
              <a:t>CONFIG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conftest.py  |  config.properties</a:t>
            </a:r>
            <a:endParaRPr b="0" sz="10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932"/>
                </a:solidFill>
                <a:latin typeface="Calibri"/>
                <a:ea typeface="Calibri"/>
                <a:cs typeface="Calibri"/>
                <a:sym typeface="Calibri"/>
              </a:rPr>
              <a:t>BDD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environment.py  |  Feature Files + Steps</a:t>
            </a:r>
            <a:endParaRPr/>
          </a:p>
        </p:txBody>
      </p:sp>
      <p:sp>
        <p:nvSpPr>
          <p:cNvPr id="567" name="Google Shape;567;p44"/>
          <p:cNvSpPr/>
          <p:nvPr/>
        </p:nvSpPr>
        <p:spPr>
          <a:xfrm>
            <a:off x="365760" y="2674620"/>
            <a:ext cx="8229600" cy="260604"/>
          </a:xfrm>
          <a:prstGeom prst="roundRect">
            <a:avLst>
              <a:gd fmla="val 16667" name="adj"/>
            </a:avLst>
          </a:prstGeom>
          <a:solidFill>
            <a:srgbClr val="141E3C"/>
          </a:solidFill>
          <a:ln cap="flat" cmpd="sng" w="9525">
            <a:solidFill>
              <a:srgbClr val="141E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Selenium  ·  Pytest  ·  Behave BDD  ·  Allure  ·  POM  ·  Chrome WebDriver</a:t>
            </a:r>
            <a:endParaRPr/>
          </a:p>
        </p:txBody>
      </p:sp>
      <p:sp>
        <p:nvSpPr>
          <p:cNvPr id="568" name="Google Shape;568;p44"/>
          <p:cNvSpPr txBox="1"/>
          <p:nvPr/>
        </p:nvSpPr>
        <p:spPr>
          <a:xfrm>
            <a:off x="4754880" y="8915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Test Scenarios</a:t>
            </a:r>
            <a:endParaRPr/>
          </a:p>
        </p:txBody>
      </p:sp>
      <p:sp>
        <p:nvSpPr>
          <p:cNvPr id="569" name="Google Shape;569;p44"/>
          <p:cNvSpPr txBox="1"/>
          <p:nvPr/>
        </p:nvSpPr>
        <p:spPr>
          <a:xfrm>
            <a:off x="6126480" y="8915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Positive Cases</a:t>
            </a:r>
            <a:endParaRPr/>
          </a:p>
        </p:txBody>
      </p:sp>
      <p:sp>
        <p:nvSpPr>
          <p:cNvPr id="570" name="Google Shape;570;p44"/>
          <p:cNvSpPr txBox="1"/>
          <p:nvPr/>
        </p:nvSpPr>
        <p:spPr>
          <a:xfrm>
            <a:off x="7498079" y="8915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Negative Cases</a:t>
            </a:r>
            <a:endParaRPr/>
          </a:p>
        </p:txBody>
      </p:sp>
      <p:sp>
        <p:nvSpPr>
          <p:cNvPr id="571" name="Google Shape;571;p44"/>
          <p:cNvSpPr txBox="1"/>
          <p:nvPr/>
        </p:nvSpPr>
        <p:spPr>
          <a:xfrm>
            <a:off x="365760" y="3076956"/>
            <a:ext cx="2699778" cy="669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4783C"/>
                </a:solidFill>
                <a:latin typeface="Calibri"/>
                <a:ea typeface="Calibri"/>
                <a:cs typeface="Calibri"/>
                <a:sym typeface="Calibri"/>
              </a:rPr>
              <a:t>✓  POSITIVE TEST SCENARIOS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✓  Valid Login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✓  Valid Medicine Search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✓  Add Medicine To Cart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✓  Checkout Workflow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44"/>
          <p:cNvSpPr txBox="1"/>
          <p:nvPr/>
        </p:nvSpPr>
        <p:spPr>
          <a:xfrm>
            <a:off x="4754880" y="3086100"/>
            <a:ext cx="2137124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42828"/>
                </a:solidFill>
                <a:latin typeface="Calibri"/>
                <a:ea typeface="Calibri"/>
                <a:cs typeface="Calibri"/>
                <a:sym typeface="Calibri"/>
              </a:rPr>
              <a:t>✕  NEGATIVE TEST CASES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✕  Invalid Login Validation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✕  Invalid Medicine Search Validation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4"/>
          <p:cNvSpPr txBox="1"/>
          <p:nvPr/>
        </p:nvSpPr>
        <p:spPr>
          <a:xfrm>
            <a:off x="4754880" y="1508760"/>
            <a:ext cx="1916358" cy="9002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AUTOMATION WORKFLOW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1  Launch Website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2  Open Buy Medicines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3  Valid / Invalid Login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4  Valid / Invalid Medicine Search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5  Add To Cart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6  Checkout Flow &amp; Payment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4"/>
          <p:cNvSpPr txBox="1"/>
          <p:nvPr/>
        </p:nvSpPr>
        <p:spPr>
          <a:xfrm>
            <a:off x="274320" y="3946855"/>
            <a:ext cx="3992880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Allure Reports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Screenshots Attachments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Logs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 Automation  ·  Selenium PyTest + Behave BDD  ·  Allure Evidence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5"/>
          <p:cNvSpPr/>
          <p:nvPr/>
        </p:nvSpPr>
        <p:spPr>
          <a:xfrm>
            <a:off x="150876" y="171450"/>
            <a:ext cx="2366010" cy="4773168"/>
          </a:xfrm>
          <a:prstGeom prst="roundRect">
            <a:avLst>
              <a:gd fmla="val 5217" name="adj"/>
            </a:avLst>
          </a:prstGeom>
          <a:solidFill>
            <a:srgbClr val="0B1728"/>
          </a:solidFill>
          <a:ln cap="flat" cmpd="sng" w="12700">
            <a:solidFill>
              <a:srgbClr val="1E3A5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45"/>
          <p:cNvSpPr/>
          <p:nvPr/>
        </p:nvSpPr>
        <p:spPr>
          <a:xfrm>
            <a:off x="150876" y="171450"/>
            <a:ext cx="54864" cy="4773168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45"/>
          <p:cNvSpPr/>
          <p:nvPr/>
        </p:nvSpPr>
        <p:spPr>
          <a:xfrm>
            <a:off x="301752" y="240030"/>
            <a:ext cx="205740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Apollo 24/7 Automation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5"/>
          <p:cNvSpPr/>
          <p:nvPr/>
        </p:nvSpPr>
        <p:spPr>
          <a:xfrm>
            <a:off x="301752" y="569214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Healthcare Appointment Booking </a:t>
            </a:r>
            <a:endParaRPr sz="1100"/>
          </a:p>
        </p:txBody>
      </p:sp>
      <p:sp>
        <p:nvSpPr>
          <p:cNvPr id="584" name="Google Shape;584;p45"/>
          <p:cNvSpPr/>
          <p:nvPr/>
        </p:nvSpPr>
        <p:spPr>
          <a:xfrm>
            <a:off x="301752" y="768096"/>
            <a:ext cx="20574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Advitiya Raj|  5393203|  Apollo Pharmacy 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5"/>
          <p:cNvSpPr/>
          <p:nvPr/>
        </p:nvSpPr>
        <p:spPr>
          <a:xfrm>
            <a:off x="301752" y="1131570"/>
            <a:ext cx="1954530" cy="205740"/>
          </a:xfrm>
          <a:prstGeom prst="roundRect">
            <a:avLst>
              <a:gd fmla="val 26667" name="adj"/>
            </a:avLst>
          </a:prstGeom>
          <a:solidFill>
            <a:srgbClr val="122A44"/>
          </a:solidFill>
          <a:ln cap="flat" cmpd="sng" w="12700">
            <a:solidFill>
              <a:srgbClr val="1D4E75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5"/>
          <p:cNvSpPr/>
          <p:nvPr/>
        </p:nvSpPr>
        <p:spPr>
          <a:xfrm>
            <a:off x="384048" y="1165860"/>
            <a:ext cx="174879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FRAMEWORK LAYERS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5"/>
          <p:cNvSpPr/>
          <p:nvPr/>
        </p:nvSpPr>
        <p:spPr>
          <a:xfrm>
            <a:off x="411480" y="1405890"/>
            <a:ext cx="5486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5"/>
          <p:cNvSpPr/>
          <p:nvPr/>
        </p:nvSpPr>
        <p:spPr>
          <a:xfrm>
            <a:off x="411480" y="1563624"/>
            <a:ext cx="17830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test_e2e.py  |  test_positive_negative.py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5"/>
          <p:cNvSpPr/>
          <p:nvPr/>
        </p:nvSpPr>
        <p:spPr>
          <a:xfrm>
            <a:off x="411480" y="1858518"/>
            <a:ext cx="5486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PAGES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5"/>
          <p:cNvSpPr/>
          <p:nvPr/>
        </p:nvSpPr>
        <p:spPr>
          <a:xfrm>
            <a:off x="411480" y="2016252"/>
            <a:ext cx="17830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LoginPage | FindDoctorPage | AppointmentPage | BasePage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5"/>
          <p:cNvSpPr/>
          <p:nvPr/>
        </p:nvSpPr>
        <p:spPr>
          <a:xfrm>
            <a:off x="411480" y="2311146"/>
            <a:ext cx="5486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UTILS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5"/>
          <p:cNvSpPr/>
          <p:nvPr/>
        </p:nvSpPr>
        <p:spPr>
          <a:xfrm>
            <a:off x="411480" y="2468880"/>
            <a:ext cx="17830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lang="en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LogGen  |  ScreenshotUtil  |  CSVReader  |  ConfigReader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45"/>
          <p:cNvSpPr/>
          <p:nvPr/>
        </p:nvSpPr>
        <p:spPr>
          <a:xfrm>
            <a:off x="411480" y="2763774"/>
            <a:ext cx="5486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CONFIG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45"/>
          <p:cNvSpPr/>
          <p:nvPr/>
        </p:nvSpPr>
        <p:spPr>
          <a:xfrm>
            <a:off x="411480" y="2921508"/>
            <a:ext cx="17830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lang="en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conftest.py  |  config.properties  |  CSV data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5"/>
          <p:cNvSpPr/>
          <p:nvPr/>
        </p:nvSpPr>
        <p:spPr>
          <a:xfrm>
            <a:off x="411480" y="3216402"/>
            <a:ext cx="5486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BDD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5"/>
          <p:cNvSpPr/>
          <p:nvPr/>
        </p:nvSpPr>
        <p:spPr>
          <a:xfrm>
            <a:off x="411480" y="3374136"/>
            <a:ext cx="17830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lang="en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environment.py  |  Feature Files + Steps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5"/>
          <p:cNvSpPr/>
          <p:nvPr/>
        </p:nvSpPr>
        <p:spPr>
          <a:xfrm>
            <a:off x="301752" y="4334256"/>
            <a:ext cx="1954530" cy="356616"/>
          </a:xfrm>
          <a:prstGeom prst="roundRect">
            <a:avLst>
              <a:gd fmla="val 23077" name="adj"/>
            </a:avLst>
          </a:prstGeom>
          <a:solidFill>
            <a:srgbClr val="102238"/>
          </a:solidFill>
          <a:ln cap="flat" cmpd="sng" w="12700">
            <a:solidFill>
              <a:srgbClr val="1D4E75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45"/>
          <p:cNvSpPr/>
          <p:nvPr/>
        </p:nvSpPr>
        <p:spPr>
          <a:xfrm>
            <a:off x="411480" y="4416552"/>
            <a:ext cx="17487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Selenium  ·  Pytest  ·  Behave BDD  ·  Allure  ·  POM  ·  Chrome WebDriver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45"/>
          <p:cNvSpPr/>
          <p:nvPr/>
        </p:nvSpPr>
        <p:spPr>
          <a:xfrm>
            <a:off x="2756916" y="171450"/>
            <a:ext cx="1474470" cy="672084"/>
          </a:xfrm>
          <a:prstGeom prst="roundRect">
            <a:avLst>
              <a:gd fmla="val 18367" name="adj"/>
            </a:avLst>
          </a:prstGeom>
          <a:solidFill>
            <a:srgbClr val="0C2238"/>
          </a:solidFill>
          <a:ln cap="flat" cmpd="sng" w="12700">
            <a:solidFill>
              <a:srgbClr val="1F5C82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45"/>
          <p:cNvSpPr/>
          <p:nvPr/>
        </p:nvSpPr>
        <p:spPr>
          <a:xfrm>
            <a:off x="2756916" y="205740"/>
            <a:ext cx="14744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5"/>
          <p:cNvSpPr/>
          <p:nvPr/>
        </p:nvSpPr>
        <p:spPr>
          <a:xfrm>
            <a:off x="2756916" y="473202"/>
            <a:ext cx="147447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Scenarios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45"/>
          <p:cNvSpPr/>
          <p:nvPr/>
        </p:nvSpPr>
        <p:spPr>
          <a:xfrm>
            <a:off x="2756916" y="637794"/>
            <a:ext cx="147447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00"/>
              <a:buFont typeface="Arial"/>
              <a:buNone/>
            </a:pPr>
            <a:r>
              <a:rPr lang="en" sz="5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PyTest + BDD</a:t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5"/>
          <p:cNvSpPr/>
          <p:nvPr/>
        </p:nvSpPr>
        <p:spPr>
          <a:xfrm>
            <a:off x="4409694" y="171450"/>
            <a:ext cx="1474470" cy="672084"/>
          </a:xfrm>
          <a:prstGeom prst="roundRect">
            <a:avLst>
              <a:gd fmla="val 18367" name="adj"/>
            </a:avLst>
          </a:prstGeom>
          <a:solidFill>
            <a:srgbClr val="0C2238"/>
          </a:solidFill>
          <a:ln cap="flat" cmpd="sng" w="12700">
            <a:solidFill>
              <a:srgbClr val="1F5C82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5"/>
          <p:cNvSpPr/>
          <p:nvPr/>
        </p:nvSpPr>
        <p:spPr>
          <a:xfrm>
            <a:off x="4409694" y="205740"/>
            <a:ext cx="14744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5"/>
          <p:cNvSpPr/>
          <p:nvPr/>
        </p:nvSpPr>
        <p:spPr>
          <a:xfrm>
            <a:off x="4409694" y="473202"/>
            <a:ext cx="147447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Positive Cases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5"/>
          <p:cNvSpPr/>
          <p:nvPr/>
        </p:nvSpPr>
        <p:spPr>
          <a:xfrm>
            <a:off x="4409694" y="637794"/>
            <a:ext cx="147447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LDoctor search, appointment booking, slot validation</a:t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5"/>
          <p:cNvSpPr/>
          <p:nvPr/>
        </p:nvSpPr>
        <p:spPr>
          <a:xfrm>
            <a:off x="6062472" y="171450"/>
            <a:ext cx="1474470" cy="672084"/>
          </a:xfrm>
          <a:prstGeom prst="roundRect">
            <a:avLst>
              <a:gd fmla="val 18367" name="adj"/>
            </a:avLst>
          </a:prstGeom>
          <a:solidFill>
            <a:srgbClr val="0C2238"/>
          </a:solidFill>
          <a:ln cap="flat" cmpd="sng" w="12700">
            <a:solidFill>
              <a:srgbClr val="1F5C82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/>
          <p:nvPr/>
        </p:nvSpPr>
        <p:spPr>
          <a:xfrm>
            <a:off x="6062472" y="205740"/>
            <a:ext cx="14744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5"/>
          <p:cNvSpPr/>
          <p:nvPr/>
        </p:nvSpPr>
        <p:spPr>
          <a:xfrm>
            <a:off x="6062472" y="473202"/>
            <a:ext cx="147447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Negative Cases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5"/>
          <p:cNvSpPr/>
          <p:nvPr/>
        </p:nvSpPr>
        <p:spPr>
          <a:xfrm>
            <a:off x="6062472" y="637794"/>
            <a:ext cx="147447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Invalid doctor search + unavailable slot validation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5"/>
          <p:cNvSpPr/>
          <p:nvPr/>
        </p:nvSpPr>
        <p:spPr>
          <a:xfrm>
            <a:off x="2743200" y="1062990"/>
            <a:ext cx="2503170" cy="2249424"/>
          </a:xfrm>
          <a:prstGeom prst="roundRect">
            <a:avLst>
              <a:gd fmla="val 4878" name="adj"/>
            </a:avLst>
          </a:prstGeom>
          <a:solidFill>
            <a:srgbClr val="0F1F33"/>
          </a:solidFill>
          <a:ln cap="flat" cmpd="sng" w="12700">
            <a:solidFill>
              <a:srgbClr val="1B4965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45"/>
          <p:cNvSpPr/>
          <p:nvPr/>
        </p:nvSpPr>
        <p:spPr>
          <a:xfrm>
            <a:off x="2743200" y="1062990"/>
            <a:ext cx="2503170" cy="288036"/>
          </a:xfrm>
          <a:prstGeom prst="rect">
            <a:avLst/>
          </a:prstGeom>
          <a:solidFill>
            <a:srgbClr val="123556"/>
          </a:solidFill>
          <a:ln cap="flat" cmpd="sng" w="12700">
            <a:solidFill>
              <a:srgbClr val="1235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45"/>
          <p:cNvSpPr/>
          <p:nvPr/>
        </p:nvSpPr>
        <p:spPr>
          <a:xfrm>
            <a:off x="2866644" y="1138428"/>
            <a:ext cx="226314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 POSITIVE TEST SCENARIOS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45"/>
          <p:cNvSpPr/>
          <p:nvPr/>
        </p:nvSpPr>
        <p:spPr>
          <a:xfrm>
            <a:off x="2894076" y="1453896"/>
            <a:ext cx="1577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5"/>
          <p:cNvSpPr/>
          <p:nvPr/>
        </p:nvSpPr>
        <p:spPr>
          <a:xfrm>
            <a:off x="3127248" y="1453896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End-to-End: Login → Find Doctor → Book Appointment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45"/>
          <p:cNvSpPr/>
          <p:nvPr/>
        </p:nvSpPr>
        <p:spPr>
          <a:xfrm>
            <a:off x="2894076" y="1783080"/>
            <a:ext cx="1577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5"/>
          <p:cNvSpPr/>
          <p:nvPr/>
        </p:nvSpPr>
        <p:spPr>
          <a:xfrm>
            <a:off x="3127248" y="1783080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Login with valid mobile number + OTP verification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5"/>
          <p:cNvSpPr/>
          <p:nvPr/>
        </p:nvSpPr>
        <p:spPr>
          <a:xfrm>
            <a:off x="2894076" y="2112264"/>
            <a:ext cx="1577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5"/>
          <p:cNvSpPr/>
          <p:nvPr/>
        </p:nvSpPr>
        <p:spPr>
          <a:xfrm>
            <a:off x="3127248" y="2112264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Find Doctors page and verify navigation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5"/>
          <p:cNvSpPr/>
          <p:nvPr/>
        </p:nvSpPr>
        <p:spPr>
          <a:xfrm>
            <a:off x="2894076" y="2441448"/>
            <a:ext cx="1577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5"/>
          <p:cNvSpPr/>
          <p:nvPr/>
        </p:nvSpPr>
        <p:spPr>
          <a:xfrm>
            <a:off x="3127248" y="2441448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 doctor by specialization/name successfully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45"/>
          <p:cNvSpPr/>
          <p:nvPr/>
        </p:nvSpPr>
        <p:spPr>
          <a:xfrm>
            <a:off x="2894076" y="2770632"/>
            <a:ext cx="1577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45"/>
          <p:cNvSpPr/>
          <p:nvPr/>
        </p:nvSpPr>
        <p:spPr>
          <a:xfrm>
            <a:off x="3127248" y="2770632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 appointment slot and validate workflow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45"/>
          <p:cNvSpPr/>
          <p:nvPr/>
        </p:nvSpPr>
        <p:spPr>
          <a:xfrm>
            <a:off x="5452110" y="1062990"/>
            <a:ext cx="3394710" cy="2249424"/>
          </a:xfrm>
          <a:prstGeom prst="roundRect">
            <a:avLst>
              <a:gd fmla="val 4878" name="adj"/>
            </a:avLst>
          </a:prstGeom>
          <a:solidFill>
            <a:srgbClr val="0F1F33"/>
          </a:solidFill>
          <a:ln cap="flat" cmpd="sng" w="12700">
            <a:solidFill>
              <a:srgbClr val="1B4965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5"/>
          <p:cNvSpPr/>
          <p:nvPr/>
        </p:nvSpPr>
        <p:spPr>
          <a:xfrm>
            <a:off x="5452110" y="1062990"/>
            <a:ext cx="3394710" cy="288036"/>
          </a:xfrm>
          <a:prstGeom prst="rect">
            <a:avLst/>
          </a:prstGeom>
          <a:solidFill>
            <a:srgbClr val="381824"/>
          </a:solidFill>
          <a:ln cap="flat" cmpd="sng" w="12700">
            <a:solidFill>
              <a:srgbClr val="3818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5"/>
          <p:cNvSpPr/>
          <p:nvPr/>
        </p:nvSpPr>
        <p:spPr>
          <a:xfrm>
            <a:off x="5575554" y="1138428"/>
            <a:ext cx="16459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✕  NEGATIVE TEST CASES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45"/>
          <p:cNvSpPr/>
          <p:nvPr/>
        </p:nvSpPr>
        <p:spPr>
          <a:xfrm>
            <a:off x="5609844" y="1460754"/>
            <a:ext cx="1577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45"/>
          <p:cNvSpPr/>
          <p:nvPr/>
        </p:nvSpPr>
        <p:spPr>
          <a:xfrm>
            <a:off x="5843016" y="1460754"/>
            <a:ext cx="27500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Invalid doctor search — should not display results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5"/>
          <p:cNvSpPr/>
          <p:nvPr/>
        </p:nvSpPr>
        <p:spPr>
          <a:xfrm>
            <a:off x="5609844" y="1789938"/>
            <a:ext cx="1577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5"/>
          <p:cNvSpPr/>
          <p:nvPr/>
        </p:nvSpPr>
        <p:spPr>
          <a:xfrm>
            <a:off x="5843016" y="1789938"/>
            <a:ext cx="27500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Unavailable slot — booking should not proceed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1" name="Google Shape;631;p45"/>
          <p:cNvCxnSpPr/>
          <p:nvPr/>
        </p:nvCxnSpPr>
        <p:spPr>
          <a:xfrm>
            <a:off x="5575554" y="2194560"/>
            <a:ext cx="3086100" cy="0"/>
          </a:xfrm>
          <a:prstGeom prst="straightConnector1">
            <a:avLst/>
          </a:prstGeom>
          <a:noFill/>
          <a:ln cap="flat" cmpd="sng" w="12700">
            <a:solidFill>
              <a:srgbClr val="2444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2" name="Google Shape;632;p45"/>
          <p:cNvSpPr/>
          <p:nvPr/>
        </p:nvSpPr>
        <p:spPr>
          <a:xfrm>
            <a:off x="5575554" y="2318004"/>
            <a:ext cx="298323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KEY METHODS —</a:t>
            </a:r>
            <a:r>
              <a:rPr lang="en" sz="8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FindDoctorPage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5"/>
          <p:cNvSpPr/>
          <p:nvPr/>
        </p:nvSpPr>
        <p:spPr>
          <a:xfrm>
            <a:off x="5609844" y="2592324"/>
            <a:ext cx="24003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lang="en" sz="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search_doctor_with_retry()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5"/>
          <p:cNvSpPr/>
          <p:nvPr/>
        </p:nvSpPr>
        <p:spPr>
          <a:xfrm>
            <a:off x="5609844" y="2750058"/>
            <a:ext cx="26060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Retry logic + dynamic search handling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45"/>
          <p:cNvSpPr/>
          <p:nvPr/>
        </p:nvSpPr>
        <p:spPr>
          <a:xfrm>
            <a:off x="5609844" y="2935224"/>
            <a:ext cx="24003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lang="en" sz="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select_appointment_slot()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5"/>
          <p:cNvSpPr/>
          <p:nvPr/>
        </p:nvSpPr>
        <p:spPr>
          <a:xfrm>
            <a:off x="5609844" y="3092958"/>
            <a:ext cx="26060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Slot selection + booking workflow validation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45"/>
          <p:cNvSpPr/>
          <p:nvPr/>
        </p:nvSpPr>
        <p:spPr>
          <a:xfrm>
            <a:off x="2743200" y="3463290"/>
            <a:ext cx="6103620" cy="1014984"/>
          </a:xfrm>
          <a:prstGeom prst="roundRect">
            <a:avLst>
              <a:gd fmla="val 10811" name="adj"/>
            </a:avLst>
          </a:prstGeom>
          <a:solidFill>
            <a:srgbClr val="0F1F33"/>
          </a:solidFill>
          <a:ln cap="flat" cmpd="sng" w="12700">
            <a:solidFill>
              <a:srgbClr val="1B4965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5"/>
          <p:cNvSpPr/>
          <p:nvPr/>
        </p:nvSpPr>
        <p:spPr>
          <a:xfrm>
            <a:off x="2866644" y="3566160"/>
            <a:ext cx="58635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AUTOMATION WORKFLOW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5"/>
          <p:cNvSpPr/>
          <p:nvPr/>
        </p:nvSpPr>
        <p:spPr>
          <a:xfrm>
            <a:off x="3168396" y="3826764"/>
            <a:ext cx="233172" cy="233172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5"/>
          <p:cNvSpPr/>
          <p:nvPr/>
        </p:nvSpPr>
        <p:spPr>
          <a:xfrm>
            <a:off x="3168396" y="3854196"/>
            <a:ext cx="2331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5"/>
          <p:cNvSpPr/>
          <p:nvPr/>
        </p:nvSpPr>
        <p:spPr>
          <a:xfrm>
            <a:off x="2983230" y="4149090"/>
            <a:ext cx="6515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CSV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5"/>
          <p:cNvSpPr/>
          <p:nvPr/>
        </p:nvSpPr>
        <p:spPr>
          <a:xfrm>
            <a:off x="2983230" y="4293108"/>
            <a:ext cx="65151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lang="en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doctor/search data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5"/>
          <p:cNvSpPr/>
          <p:nvPr/>
        </p:nvSpPr>
        <p:spPr>
          <a:xfrm>
            <a:off x="4114800" y="3826764"/>
            <a:ext cx="233172" cy="233172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5"/>
          <p:cNvSpPr/>
          <p:nvPr/>
        </p:nvSpPr>
        <p:spPr>
          <a:xfrm>
            <a:off x="4114800" y="3854196"/>
            <a:ext cx="2331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5"/>
          <p:cNvSpPr/>
          <p:nvPr/>
        </p:nvSpPr>
        <p:spPr>
          <a:xfrm>
            <a:off x="3929634" y="4149090"/>
            <a:ext cx="6515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Browser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45"/>
          <p:cNvSpPr/>
          <p:nvPr/>
        </p:nvSpPr>
        <p:spPr>
          <a:xfrm>
            <a:off x="3929634" y="4293108"/>
            <a:ext cx="65151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lang="en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Chrome driver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45"/>
          <p:cNvSpPr/>
          <p:nvPr/>
        </p:nvSpPr>
        <p:spPr>
          <a:xfrm>
            <a:off x="5061204" y="3826764"/>
            <a:ext cx="233172" cy="233172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5"/>
          <p:cNvSpPr/>
          <p:nvPr/>
        </p:nvSpPr>
        <p:spPr>
          <a:xfrm>
            <a:off x="5061204" y="3854196"/>
            <a:ext cx="2331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45"/>
          <p:cNvSpPr/>
          <p:nvPr/>
        </p:nvSpPr>
        <p:spPr>
          <a:xfrm>
            <a:off x="4876038" y="4149090"/>
            <a:ext cx="6515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Login OTP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45"/>
          <p:cNvSpPr/>
          <p:nvPr/>
        </p:nvSpPr>
        <p:spPr>
          <a:xfrm>
            <a:off x="4876038" y="4293108"/>
            <a:ext cx="65151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lang="en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manual OTP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45"/>
          <p:cNvSpPr/>
          <p:nvPr/>
        </p:nvSpPr>
        <p:spPr>
          <a:xfrm>
            <a:off x="6007608" y="3826764"/>
            <a:ext cx="233172" cy="233172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5"/>
          <p:cNvSpPr/>
          <p:nvPr/>
        </p:nvSpPr>
        <p:spPr>
          <a:xfrm>
            <a:off x="6007608" y="3854196"/>
            <a:ext cx="2331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5"/>
          <p:cNvSpPr/>
          <p:nvPr/>
        </p:nvSpPr>
        <p:spPr>
          <a:xfrm>
            <a:off x="5822442" y="4149090"/>
            <a:ext cx="6515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 Doctor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45"/>
          <p:cNvSpPr/>
          <p:nvPr/>
        </p:nvSpPr>
        <p:spPr>
          <a:xfrm>
            <a:off x="5822442" y="4293108"/>
            <a:ext cx="65151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00"/>
              <a:buFont typeface="Arial"/>
              <a:buNone/>
            </a:pPr>
            <a:r>
              <a:rPr lang="en" sz="5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specialization/Location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45"/>
          <p:cNvSpPr/>
          <p:nvPr/>
        </p:nvSpPr>
        <p:spPr>
          <a:xfrm>
            <a:off x="6954012" y="3826764"/>
            <a:ext cx="233172" cy="233172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45"/>
          <p:cNvSpPr/>
          <p:nvPr/>
        </p:nvSpPr>
        <p:spPr>
          <a:xfrm>
            <a:off x="6954012" y="3854196"/>
            <a:ext cx="2331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45"/>
          <p:cNvSpPr/>
          <p:nvPr/>
        </p:nvSpPr>
        <p:spPr>
          <a:xfrm>
            <a:off x="6768846" y="4149090"/>
            <a:ext cx="6515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 Appointment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45"/>
          <p:cNvSpPr/>
          <p:nvPr/>
        </p:nvSpPr>
        <p:spPr>
          <a:xfrm>
            <a:off x="6768846" y="4293108"/>
            <a:ext cx="65151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select slot + validate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45"/>
          <p:cNvSpPr/>
          <p:nvPr/>
        </p:nvSpPr>
        <p:spPr>
          <a:xfrm>
            <a:off x="7900416" y="3826764"/>
            <a:ext cx="233172" cy="233172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5"/>
          <p:cNvSpPr/>
          <p:nvPr/>
        </p:nvSpPr>
        <p:spPr>
          <a:xfrm>
            <a:off x="7900416" y="3854196"/>
            <a:ext cx="2331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5"/>
          <p:cNvSpPr/>
          <p:nvPr/>
        </p:nvSpPr>
        <p:spPr>
          <a:xfrm>
            <a:off x="7715250" y="4149090"/>
            <a:ext cx="6515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Allure Report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5"/>
          <p:cNvSpPr/>
          <p:nvPr/>
        </p:nvSpPr>
        <p:spPr>
          <a:xfrm>
            <a:off x="7715250" y="4293108"/>
            <a:ext cx="65151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lang="en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logs + screenshots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3" name="Google Shape;663;p45"/>
          <p:cNvCxnSpPr/>
          <p:nvPr/>
        </p:nvCxnSpPr>
        <p:spPr>
          <a:xfrm>
            <a:off x="2743200" y="4718304"/>
            <a:ext cx="6103620" cy="0"/>
          </a:xfrm>
          <a:prstGeom prst="straightConnector1">
            <a:avLst/>
          </a:prstGeom>
          <a:noFill/>
          <a:ln cap="flat" cmpd="sng" w="12700">
            <a:solidFill>
              <a:srgbClr val="1B49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4" name="Google Shape;664;p45"/>
          <p:cNvSpPr/>
          <p:nvPr/>
        </p:nvSpPr>
        <p:spPr>
          <a:xfrm>
            <a:off x="2743200" y="4786884"/>
            <a:ext cx="390906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lang="en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Apollo 247 Automation  ·  Selenium PyTest + Behave BDD  ·  Allure Evidence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45"/>
          <p:cNvSpPr/>
          <p:nvPr/>
        </p:nvSpPr>
        <p:spPr>
          <a:xfrm>
            <a:off x="7989570" y="4786884"/>
            <a:ext cx="78867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lang="en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Capstone Project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6"/>
          <p:cNvSpPr/>
          <p:nvPr/>
        </p:nvSpPr>
        <p:spPr>
          <a:xfrm>
            <a:off x="644666" y="383163"/>
            <a:ext cx="1877400" cy="4193100"/>
          </a:xfrm>
          <a:prstGeom prst="roundRect">
            <a:avLst>
              <a:gd fmla="val 5000" name="adj"/>
            </a:avLst>
          </a:prstGeom>
          <a:noFill/>
          <a:ln cap="flat" cmpd="sng" w="130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0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232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1" name="Google Shape;671;p46"/>
          <p:cNvSpPr txBox="1"/>
          <p:nvPr/>
        </p:nvSpPr>
        <p:spPr>
          <a:xfrm>
            <a:off x="707251" y="445748"/>
            <a:ext cx="17523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3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Apollo </a:t>
            </a:r>
            <a:r>
              <a:rPr b="1" lang="en" sz="143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24/7 </a:t>
            </a:r>
            <a:endParaRPr sz="958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2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Automation Framework</a:t>
            </a:r>
            <a:endParaRPr sz="958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205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Kiran Sakthivel A  ·  5304127</a:t>
            </a:r>
            <a:br>
              <a:rPr lang="en" sz="650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650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Wipro Capstone Project</a:t>
            </a:r>
            <a:endParaRPr sz="958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2" name="Google Shape;672;p46"/>
          <p:cNvSpPr/>
          <p:nvPr/>
        </p:nvSpPr>
        <p:spPr>
          <a:xfrm>
            <a:off x="738544" y="1165472"/>
            <a:ext cx="1689900" cy="12600"/>
          </a:xfrm>
          <a:prstGeom prst="rect">
            <a:avLst/>
          </a:prstGeom>
          <a:solidFill>
            <a:schemeClr val="dk1"/>
          </a:solidFill>
          <a:ln cap="flat" cmpd="sng" w="6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0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3" name="Google Shape;673;p46"/>
          <p:cNvSpPr/>
          <p:nvPr/>
        </p:nvSpPr>
        <p:spPr>
          <a:xfrm>
            <a:off x="738544" y="1243079"/>
            <a:ext cx="1689900" cy="200400"/>
          </a:xfrm>
          <a:prstGeom prst="roundRect">
            <a:avLst>
              <a:gd fmla="val 25000" name="adj"/>
            </a:avLst>
          </a:prstGeom>
          <a:solidFill>
            <a:schemeClr val="lt1"/>
          </a:solidFill>
          <a:ln cap="flat" cmpd="sng" w="8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0"/>
              </a:srgbClr>
            </a:outerShdw>
          </a:effectLst>
        </p:spPr>
        <p:txBody>
          <a:bodyPr anchorCtr="0" anchor="ctr" bIns="12525" lIns="31275" spcFirstLastPara="1" rIns="31275" wrap="square" tIns="12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8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FRAMEWORK OVERVIEW</a:t>
            </a:r>
            <a:endParaRPr sz="958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4" name="Google Shape;674;p46"/>
          <p:cNvSpPr txBox="1"/>
          <p:nvPr/>
        </p:nvSpPr>
        <p:spPr>
          <a:xfrm>
            <a:off x="707376" y="1549031"/>
            <a:ext cx="1752300" cy="26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TEST AUTOMATION:</a:t>
            </a:r>
            <a:r>
              <a:rPr lang="en" sz="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End-to-End UI testing using Selenium WebDriver and Python.</a:t>
            </a:r>
            <a:endParaRPr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BDD FRAMEWORK:</a:t>
            </a:r>
            <a:endParaRPr b="1"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Behavior Driven Development using Behave and Gherkin Syntax.</a:t>
            </a:r>
            <a:endParaRPr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TEST DATA ENGINE:</a:t>
            </a:r>
            <a:endParaRPr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CSV parameterized data loader without variables hardcoding.</a:t>
            </a:r>
            <a:endParaRPr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REPORTING:</a:t>
            </a:r>
            <a:endParaRPr b="1"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Allure Reports with details and automated failure screenshots.</a:t>
            </a:r>
            <a:endParaRPr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DESIGN PATTERN:</a:t>
            </a:r>
            <a:endParaRPr b="1"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Page Object Model (POM) structure for clean script separation.</a:t>
            </a:r>
            <a:endParaRPr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LOGGING: </a:t>
            </a:r>
            <a:endParaRPr b="1"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Rotating daily logging execution logs for robust debugging.</a:t>
            </a:r>
            <a:endParaRPr sz="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5" name="Google Shape;675;p46"/>
          <p:cNvSpPr/>
          <p:nvPr/>
        </p:nvSpPr>
        <p:spPr>
          <a:xfrm>
            <a:off x="738544" y="4232126"/>
            <a:ext cx="1689900" cy="200400"/>
          </a:xfrm>
          <a:prstGeom prst="roundRect">
            <a:avLst>
              <a:gd fmla="val 25000" name="adj"/>
            </a:avLst>
          </a:prstGeom>
          <a:solidFill>
            <a:schemeClr val="lt1"/>
          </a:solidFill>
          <a:ln cap="flat" cmpd="sng" w="8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0"/>
              </a:srgbClr>
            </a:outerShdw>
          </a:effectLst>
        </p:spPr>
        <p:txBody>
          <a:bodyPr anchorCtr="0" anchor="ctr" bIns="12525" lIns="31275" spcFirstLastPara="1" rIns="31275" wrap="square" tIns="12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8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Python · Selenium · Behave · Allure</a:t>
            </a:r>
            <a:endParaRPr sz="958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6" name="Google Shape;676;p46"/>
          <p:cNvSpPr/>
          <p:nvPr/>
        </p:nvSpPr>
        <p:spPr>
          <a:xfrm>
            <a:off x="2647387" y="383163"/>
            <a:ext cx="1345500" cy="6258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30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0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7" name="Google Shape;677;p46"/>
          <p:cNvSpPr txBox="1"/>
          <p:nvPr/>
        </p:nvSpPr>
        <p:spPr>
          <a:xfrm>
            <a:off x="2647387" y="383163"/>
            <a:ext cx="13455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16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18</a:t>
            </a:r>
            <a:br>
              <a:rPr b="1" lang="en" sz="1916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lang="en" sz="6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Total Test Cases</a:t>
            </a:r>
            <a:br>
              <a:rPr b="1" lang="en" sz="650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548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PyTest + Behave BDD</a:t>
            </a:r>
            <a:endParaRPr sz="958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8" name="Google Shape;678;p46"/>
          <p:cNvSpPr/>
          <p:nvPr/>
        </p:nvSpPr>
        <p:spPr>
          <a:xfrm>
            <a:off x="4105618" y="383163"/>
            <a:ext cx="1345500" cy="6258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30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0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9" name="Google Shape;679;p46"/>
          <p:cNvSpPr txBox="1"/>
          <p:nvPr/>
        </p:nvSpPr>
        <p:spPr>
          <a:xfrm>
            <a:off x="4105618" y="383163"/>
            <a:ext cx="13455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16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br>
              <a:rPr b="1" lang="en" sz="1916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lang="en" sz="650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Positive Cases Passed</a:t>
            </a:r>
            <a:br>
              <a:rPr b="1" lang="en" sz="650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548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Page load, filter, sort</a:t>
            </a:r>
            <a:endParaRPr sz="958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0" name="Google Shape;680;p46"/>
          <p:cNvSpPr/>
          <p:nvPr/>
        </p:nvSpPr>
        <p:spPr>
          <a:xfrm>
            <a:off x="5563850" y="383163"/>
            <a:ext cx="1345500" cy="625800"/>
          </a:xfrm>
          <a:prstGeom prst="roundRect">
            <a:avLst>
              <a:gd fmla="val 5000" name="adj"/>
            </a:avLst>
          </a:prstGeom>
          <a:noFill/>
          <a:ln cap="flat" cmpd="sng" w="130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0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1" name="Google Shape;681;p46"/>
          <p:cNvSpPr txBox="1"/>
          <p:nvPr/>
        </p:nvSpPr>
        <p:spPr>
          <a:xfrm>
            <a:off x="5563850" y="383163"/>
            <a:ext cx="13455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16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br>
              <a:rPr b="1" lang="en" sz="1916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lang="en" sz="650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Negative Cases Validated</a:t>
            </a:r>
            <a:br>
              <a:rPr b="1" lang="en" sz="650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548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Invalid login, url handling</a:t>
            </a:r>
            <a:endParaRPr sz="958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2" name="Google Shape;682;p46"/>
          <p:cNvSpPr/>
          <p:nvPr/>
        </p:nvSpPr>
        <p:spPr>
          <a:xfrm>
            <a:off x="7022082" y="383163"/>
            <a:ext cx="1402200" cy="625800"/>
          </a:xfrm>
          <a:prstGeom prst="roundRect">
            <a:avLst>
              <a:gd fmla="val 5000" name="adj"/>
            </a:avLst>
          </a:prstGeom>
          <a:noFill/>
          <a:ln cap="flat" cmpd="sng" w="130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0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3" name="Google Shape;683;p46"/>
          <p:cNvSpPr txBox="1"/>
          <p:nvPr/>
        </p:nvSpPr>
        <p:spPr>
          <a:xfrm>
            <a:off x="7022075" y="383175"/>
            <a:ext cx="13455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16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br>
              <a:rPr b="1" lang="en" sz="1916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lang="en" sz="6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End-to-End Scenarios</a:t>
            </a:r>
            <a:br>
              <a:rPr b="1" lang="en" sz="6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548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Full checkout workflows covered</a:t>
            </a:r>
            <a:endParaRPr sz="958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4" name="Google Shape;684;p46"/>
          <p:cNvSpPr/>
          <p:nvPr/>
        </p:nvSpPr>
        <p:spPr>
          <a:xfrm>
            <a:off x="2647387" y="1134180"/>
            <a:ext cx="2816400" cy="2378100"/>
          </a:xfrm>
          <a:prstGeom prst="roundRect">
            <a:avLst>
              <a:gd fmla="val 5000" name="adj"/>
            </a:avLst>
          </a:prstGeom>
          <a:noFill/>
          <a:ln cap="flat" cmpd="sng" w="130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0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5" name="Google Shape;685;p46"/>
          <p:cNvSpPr txBox="1"/>
          <p:nvPr/>
        </p:nvSpPr>
        <p:spPr>
          <a:xfrm>
            <a:off x="2709973" y="1196765"/>
            <a:ext cx="2691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0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✓  POSITIVE TEST SCENARIOS</a:t>
            </a:r>
            <a:endParaRPr sz="958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6" name="Google Shape;686;p46"/>
          <p:cNvSpPr txBox="1"/>
          <p:nvPr/>
        </p:nvSpPr>
        <p:spPr>
          <a:xfrm>
            <a:off x="2709975" y="1447099"/>
            <a:ext cx="26910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just">
              <a:spcBef>
                <a:spcPts val="68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✓ </a:t>
            </a:r>
            <a:r>
              <a:rPr b="1" lang="en" sz="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Valid Lab Booking (E2E): </a:t>
            </a:r>
            <a:r>
              <a:rPr lang="en" sz="600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Given user launches Apollo 24/7 web application → When user navigates to Popular Health Checkup → And adds package and enters details → Then pay screen displays successfully.</a:t>
            </a:r>
            <a:endParaRPr sz="600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68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✓ </a:t>
            </a:r>
            <a:r>
              <a:rPr b="1" lang="en" sz="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Popular Health Packages Load: </a:t>
            </a:r>
            <a:r>
              <a:rPr lang="en" sz="600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Dynamic health packages listings load dynamically on main page with correct details.</a:t>
            </a:r>
            <a:endParaRPr sz="600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✓ </a:t>
            </a:r>
            <a:r>
              <a:rPr b="1" lang="en" sz="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Apply Category Filters: </a:t>
            </a:r>
            <a:r>
              <a:rPr lang="en" sz="600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Selects specific health categories (e.g. Men's Health) &amp; filters search records.</a:t>
            </a:r>
            <a:endParaRPr sz="600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✓ </a:t>
            </a:r>
            <a:r>
              <a:rPr b="1" lang="en" sz="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Sort Pricing High to Low: </a:t>
            </a:r>
            <a:r>
              <a:rPr lang="en" sz="600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Sorts packages correctly by low-to-high / high-to-low pricing filters.</a:t>
            </a:r>
            <a:endParaRPr sz="600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✓ </a:t>
            </a:r>
            <a:r>
              <a:rPr b="1" lang="en" sz="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View Package details (PDP): </a:t>
            </a:r>
            <a:r>
              <a:rPr lang="en" sz="600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Clicks card title → opens PDP details screen → validates prices show ₹ symbol.</a:t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7" name="Google Shape;687;p46"/>
          <p:cNvSpPr/>
          <p:nvPr/>
        </p:nvSpPr>
        <p:spPr>
          <a:xfrm>
            <a:off x="5588875" y="1134175"/>
            <a:ext cx="2835300" cy="1574400"/>
          </a:xfrm>
          <a:prstGeom prst="roundRect">
            <a:avLst>
              <a:gd fmla="val 5000" name="adj"/>
            </a:avLst>
          </a:prstGeom>
          <a:noFill/>
          <a:ln cap="flat" cmpd="sng" w="13025">
            <a:solidFill>
              <a:srgbClr val="9F123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0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8" name="Google Shape;688;p46"/>
          <p:cNvSpPr txBox="1"/>
          <p:nvPr/>
        </p:nvSpPr>
        <p:spPr>
          <a:xfrm>
            <a:off x="5651470" y="1165472"/>
            <a:ext cx="26910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21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✗  NEGATIVE TEST SCENARIOS</a:t>
            </a:r>
            <a:endParaRPr sz="958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9" name="Google Shape;689;p46"/>
          <p:cNvSpPr txBox="1"/>
          <p:nvPr/>
        </p:nvSpPr>
        <p:spPr>
          <a:xfrm>
            <a:off x="5651475" y="1353225"/>
            <a:ext cx="26910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just">
              <a:spcBef>
                <a:spcPts val="68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✗ </a:t>
            </a:r>
            <a:r>
              <a:rPr b="1" lang="en" sz="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Invalid Login Mobile Validation: </a:t>
            </a:r>
            <a:r>
              <a:rPr lang="en" sz="600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Rejects phone number &lt;10 digits, blocking OTP login popups.</a:t>
            </a:r>
            <a:endParaRPr sz="600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68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✗ </a:t>
            </a:r>
            <a:r>
              <a:rPr b="1" lang="en" sz="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Invalid Category URL: </a:t>
            </a:r>
            <a:r>
              <a:rPr lang="en" sz="600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Navigates to bogus category URL and handles page error gracefully.</a:t>
            </a:r>
            <a:endParaRPr sz="600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✗ </a:t>
            </a:r>
            <a:r>
              <a:rPr b="1" lang="en" sz="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Duplicate Add to Cart Handling: </a:t>
            </a:r>
            <a:r>
              <a:rPr lang="en" sz="600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Gracefully blocks duplicate items from lists from adding to cart again.</a:t>
            </a:r>
            <a:endParaRPr sz="600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✗ </a:t>
            </a:r>
            <a:r>
              <a:rPr b="1" lang="en" sz="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Cart Checkout Without Patient: </a:t>
            </a:r>
            <a:r>
              <a:rPr lang="en" sz="600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Blocks checkout from cart details page if no patient is selected.</a:t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0" name="Google Shape;690;p46"/>
          <p:cNvSpPr/>
          <p:nvPr/>
        </p:nvSpPr>
        <p:spPr>
          <a:xfrm>
            <a:off x="5588875" y="2809050"/>
            <a:ext cx="2835300" cy="703200"/>
          </a:xfrm>
          <a:prstGeom prst="roundRect">
            <a:avLst>
              <a:gd fmla="val 5000" name="adj"/>
            </a:avLst>
          </a:prstGeom>
          <a:noFill/>
          <a:ln cap="flat" cmpd="sng" w="130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0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1" name="Google Shape;691;p46"/>
          <p:cNvSpPr txBox="1"/>
          <p:nvPr/>
        </p:nvSpPr>
        <p:spPr>
          <a:xfrm>
            <a:off x="5651470" y="2891790"/>
            <a:ext cx="2691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3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KEY METHOD </a:t>
            </a:r>
            <a:r>
              <a:rPr b="1" lang="en" sz="753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VALIDATIONS</a:t>
            </a:r>
            <a:endParaRPr sz="958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2" name="Google Shape;692;p46"/>
          <p:cNvSpPr txBox="1"/>
          <p:nvPr/>
        </p:nvSpPr>
        <p:spPr>
          <a:xfrm>
            <a:off x="5651470" y="3108119"/>
            <a:ext cx="2691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  <a:latin typeface="DM Sans"/>
                <a:ea typeface="DM Sans"/>
                <a:cs typeface="DM Sans"/>
                <a:sym typeface="DM Sans"/>
              </a:rPr>
              <a:t>• Login &amp; OTP Validations                • Cart &amp; Quantity Validations</a:t>
            </a:r>
            <a:endParaRPr b="1" sz="600">
              <a:solidFill>
                <a:srgbClr val="CCCCC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  <a:latin typeface="DM Sans"/>
                <a:ea typeface="DM Sans"/>
                <a:cs typeface="DM Sans"/>
                <a:sym typeface="DM Sans"/>
              </a:rPr>
              <a:t>• Category &amp; Filter Validations      • Checkout &amp; Payment Validations</a:t>
            </a:r>
            <a:endParaRPr b="1" sz="600">
              <a:solidFill>
                <a:srgbClr val="CCCCC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spcBef>
                <a:spcPts val="205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3" name="Google Shape;693;p46"/>
          <p:cNvSpPr/>
          <p:nvPr/>
        </p:nvSpPr>
        <p:spPr>
          <a:xfrm>
            <a:off x="2647175" y="3637475"/>
            <a:ext cx="5777100" cy="939000"/>
          </a:xfrm>
          <a:prstGeom prst="roundRect">
            <a:avLst>
              <a:gd fmla="val 5000" name="adj"/>
            </a:avLst>
          </a:prstGeom>
          <a:noFill/>
          <a:ln cap="flat" cmpd="sng" w="130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0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4" name="Google Shape;694;p46"/>
          <p:cNvSpPr txBox="1"/>
          <p:nvPr/>
        </p:nvSpPr>
        <p:spPr>
          <a:xfrm>
            <a:off x="2709973" y="3668863"/>
            <a:ext cx="2503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1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BDD &amp; PYTEST AUTOMATION WORKFLOW</a:t>
            </a:r>
            <a:endParaRPr sz="958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5" name="Google Shape;695;p46"/>
          <p:cNvSpPr/>
          <p:nvPr/>
        </p:nvSpPr>
        <p:spPr>
          <a:xfrm>
            <a:off x="3113692" y="3992655"/>
            <a:ext cx="4743000" cy="186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7377" rotWithShape="0" dir="5400000" dist="15742">
              <a:srgbClr val="000000">
                <a:alpha val="34900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6" name="Google Shape;696;p46"/>
          <p:cNvSpPr/>
          <p:nvPr/>
        </p:nvSpPr>
        <p:spPr>
          <a:xfrm>
            <a:off x="2987361" y="3883013"/>
            <a:ext cx="231300" cy="2442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6726" rotWithShape="0" dir="5400000" dist="15368">
              <a:srgbClr val="000000">
                <a:alpha val="34900"/>
              </a:srgbClr>
            </a:outerShdw>
          </a:effectLst>
        </p:spPr>
        <p:txBody>
          <a:bodyPr anchorCtr="0" anchor="ctr" bIns="30525" lIns="61075" spcFirstLastPara="1" rIns="61075" wrap="square" tIns="30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6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sz="935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7" name="Google Shape;697;p46"/>
          <p:cNvSpPr txBox="1"/>
          <p:nvPr/>
        </p:nvSpPr>
        <p:spPr>
          <a:xfrm>
            <a:off x="2669037" y="4157940"/>
            <a:ext cx="868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525" lIns="61075" spcFirstLastPara="1" rIns="61075" wrap="square" tIns="305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User Login</a:t>
            </a:r>
            <a:br>
              <a:rPr b="1" lang="en" sz="43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43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OTP verification via mobile number.</a:t>
            </a:r>
            <a:endParaRPr sz="43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8" name="Google Shape;698;p46"/>
          <p:cNvSpPr/>
          <p:nvPr/>
        </p:nvSpPr>
        <p:spPr>
          <a:xfrm>
            <a:off x="3913397" y="3883013"/>
            <a:ext cx="231300" cy="2442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6726" rotWithShape="0" dir="5400000" dist="15368">
              <a:srgbClr val="000000">
                <a:alpha val="34900"/>
              </a:srgbClr>
            </a:outerShdw>
          </a:effectLst>
        </p:spPr>
        <p:txBody>
          <a:bodyPr anchorCtr="0" anchor="ctr" bIns="30525" lIns="61075" spcFirstLastPara="1" rIns="61075" wrap="square" tIns="30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6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sz="935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9" name="Google Shape;699;p46"/>
          <p:cNvSpPr txBox="1"/>
          <p:nvPr/>
        </p:nvSpPr>
        <p:spPr>
          <a:xfrm>
            <a:off x="3595072" y="4157940"/>
            <a:ext cx="868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525" lIns="61075" spcFirstLastPara="1" rIns="61075" wrap="square" tIns="305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Lab Navigation</a:t>
            </a:r>
            <a:br>
              <a:rPr b="1" lang="en" sz="53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43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Browse &amp; search popular health checkups.</a:t>
            </a:r>
            <a:endParaRPr sz="43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37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0" name="Google Shape;700;p46"/>
          <p:cNvSpPr/>
          <p:nvPr/>
        </p:nvSpPr>
        <p:spPr>
          <a:xfrm>
            <a:off x="4839432" y="3883013"/>
            <a:ext cx="231300" cy="2442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6726" rotWithShape="0" dir="5400000" dist="15368">
              <a:srgbClr val="000000">
                <a:alpha val="34900"/>
              </a:srgbClr>
            </a:outerShdw>
          </a:effectLst>
        </p:spPr>
        <p:txBody>
          <a:bodyPr anchorCtr="0" anchor="ctr" bIns="30525" lIns="61075" spcFirstLastPara="1" rIns="61075" wrap="square" tIns="30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6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sz="935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1" name="Google Shape;701;p46"/>
          <p:cNvSpPr txBox="1"/>
          <p:nvPr/>
        </p:nvSpPr>
        <p:spPr>
          <a:xfrm>
            <a:off x="4521107" y="4157940"/>
            <a:ext cx="8682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525" lIns="61075" spcFirstLastPara="1" rIns="61075" wrap="square" tIns="305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Package Select</a:t>
            </a:r>
            <a:br>
              <a:rPr b="1" lang="en" sz="43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43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Filter packages &amp; sort by price listings.</a:t>
            </a:r>
            <a:endParaRPr sz="43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2" name="Google Shape;702;p46"/>
          <p:cNvSpPr/>
          <p:nvPr/>
        </p:nvSpPr>
        <p:spPr>
          <a:xfrm>
            <a:off x="5765466" y="3883013"/>
            <a:ext cx="231300" cy="2442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6726" rotWithShape="0" dir="5400000" dist="15368">
              <a:srgbClr val="000000">
                <a:alpha val="34900"/>
              </a:srgbClr>
            </a:outerShdw>
          </a:effectLst>
        </p:spPr>
        <p:txBody>
          <a:bodyPr anchorCtr="0" anchor="ctr" bIns="30525" lIns="61075" spcFirstLastPara="1" rIns="61075" wrap="square" tIns="30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6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sz="935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3" name="Google Shape;703;p46"/>
          <p:cNvSpPr txBox="1"/>
          <p:nvPr/>
        </p:nvSpPr>
        <p:spPr>
          <a:xfrm>
            <a:off x="5447142" y="4157940"/>
            <a:ext cx="868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525" lIns="61075" spcFirstLastPara="1" rIns="61075" wrap="square" tIns="305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Cart Verify</a:t>
            </a:r>
            <a:br>
              <a:rPr b="1" lang="en" sz="53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43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Add checkup package &amp; validate cart details.</a:t>
            </a:r>
            <a:endParaRPr sz="43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37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4" name="Google Shape;704;p46"/>
          <p:cNvSpPr/>
          <p:nvPr/>
        </p:nvSpPr>
        <p:spPr>
          <a:xfrm>
            <a:off x="6691501" y="3883013"/>
            <a:ext cx="231300" cy="2442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6726" rotWithShape="0" dir="5400000" dist="15368">
              <a:srgbClr val="000000">
                <a:alpha val="34900"/>
              </a:srgbClr>
            </a:outerShdw>
          </a:effectLst>
        </p:spPr>
        <p:txBody>
          <a:bodyPr anchorCtr="0" anchor="ctr" bIns="30525" lIns="61075" spcFirstLastPara="1" rIns="61075" wrap="square" tIns="30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6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sz="935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5" name="Google Shape;705;p46"/>
          <p:cNvSpPr txBox="1"/>
          <p:nvPr/>
        </p:nvSpPr>
        <p:spPr>
          <a:xfrm>
            <a:off x="6373177" y="4157940"/>
            <a:ext cx="868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525" lIns="61075" spcFirstLastPara="1" rIns="61075" wrap="square" tIns="305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Patient &amp; Slot</a:t>
            </a:r>
            <a:br>
              <a:rPr b="1" lang="en" sz="53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43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Select patient address &amp; collection schedule.</a:t>
            </a:r>
            <a:endParaRPr sz="43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37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6" name="Google Shape;706;p46"/>
          <p:cNvSpPr/>
          <p:nvPr/>
        </p:nvSpPr>
        <p:spPr>
          <a:xfrm>
            <a:off x="7665336" y="3883013"/>
            <a:ext cx="231300" cy="2442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6726" rotWithShape="0" dir="5400000" dist="15368">
              <a:srgbClr val="000000">
                <a:alpha val="34900"/>
              </a:srgbClr>
            </a:outerShdw>
          </a:effectLst>
        </p:spPr>
        <p:txBody>
          <a:bodyPr anchorCtr="0" anchor="ctr" bIns="30525" lIns="61075" spcFirstLastPara="1" rIns="61075" wrap="square" tIns="30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6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endParaRPr sz="935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7" name="Google Shape;707;p46"/>
          <p:cNvSpPr txBox="1"/>
          <p:nvPr/>
        </p:nvSpPr>
        <p:spPr>
          <a:xfrm>
            <a:off x="7178713" y="4157938"/>
            <a:ext cx="12045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525" lIns="61075" spcFirstLastPara="1" rIns="61075" wrap="square" tIns="305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Checkout Pay &amp; </a:t>
            </a:r>
            <a:r>
              <a:rPr b="1" lang="en" sz="53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Allure Reports</a:t>
            </a:r>
            <a:br>
              <a:rPr b="1" lang="en" sz="53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43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Validate proceed button &amp; checkout pay screen. </a:t>
            </a:r>
            <a:r>
              <a:rPr lang="en" sz="43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Generate reports and launch visual interactive dashboards.</a:t>
            </a:r>
            <a:endParaRPr sz="43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8" name="Google Shape;708;p46"/>
          <p:cNvSpPr txBox="1"/>
          <p:nvPr/>
        </p:nvSpPr>
        <p:spPr>
          <a:xfrm>
            <a:off x="2647387" y="4607635"/>
            <a:ext cx="57579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2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Project: </a:t>
            </a:r>
            <a:r>
              <a:rPr b="1" lang="en" sz="58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Apollo 24/7 - Lab </a:t>
            </a:r>
            <a:r>
              <a:rPr b="1" lang="en" sz="58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Tests Booking</a:t>
            </a:r>
            <a:r>
              <a:rPr b="1" lang="en" sz="58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</a:t>
            </a:r>
            <a:r>
              <a:rPr lang="en" sz="582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 |   Framework: </a:t>
            </a:r>
            <a:r>
              <a:rPr b="1" lang="en" sz="58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POM + BDD + Data Driven  </a:t>
            </a:r>
            <a:r>
              <a:rPr lang="en" sz="582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 |   Result: </a:t>
            </a:r>
            <a:r>
              <a:rPr b="1" lang="en" sz="582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Reliable · Reusable · Maintainable</a:t>
            </a:r>
            <a:endParaRPr sz="958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_high_resolution_infographic_dashboard_style_sl.png" id="713" name="Google Shape;71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8"/>
          <p:cNvSpPr txBox="1"/>
          <p:nvPr/>
        </p:nvSpPr>
        <p:spPr>
          <a:xfrm>
            <a:off x="457200" y="13716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Apollo Pharmacy Automation Framework</a:t>
            </a:r>
            <a:endParaRPr/>
          </a:p>
        </p:txBody>
      </p:sp>
      <p:sp>
        <p:nvSpPr>
          <p:cNvPr id="719" name="Google Shape;719;p48"/>
          <p:cNvSpPr txBox="1"/>
          <p:nvPr/>
        </p:nvSpPr>
        <p:spPr>
          <a:xfrm>
            <a:off x="457200" y="51435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Selenium • Pytest • Behave BDD | Python Automation | Wipro Capstone — Nandamuri Mohan Arun</a:t>
            </a:r>
            <a:endParaRPr/>
          </a:p>
        </p:txBody>
      </p:sp>
      <p:sp>
        <p:nvSpPr>
          <p:cNvPr id="720" name="Google Shape;720;p48"/>
          <p:cNvSpPr/>
          <p:nvPr/>
        </p:nvSpPr>
        <p:spPr>
          <a:xfrm>
            <a:off x="457200" y="960120"/>
            <a:ext cx="3840480" cy="13716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FRAMEWORK ARCHITECTURE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Hybrid Framework (POM + BDD + Data-Driven)</a:t>
            </a:r>
            <a:b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HomePage · HealthConditionPage · CartPage</a:t>
            </a:r>
            <a:b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Excel-Driven Testing</a:t>
            </a:r>
            <a:b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Reusable Utility Layer</a:t>
            </a:r>
            <a:endParaRPr/>
          </a:p>
        </p:txBody>
      </p:sp>
      <p:sp>
        <p:nvSpPr>
          <p:cNvPr id="721" name="Google Shape;721;p48"/>
          <p:cNvSpPr/>
          <p:nvPr/>
        </p:nvSpPr>
        <p:spPr>
          <a:xfrm>
            <a:off x="4572000" y="960120"/>
            <a:ext cx="3840480" cy="13716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FEATURES AUTOMATED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Buy Medicines Navigation</a:t>
            </a:r>
            <a:b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Product Filters</a:t>
            </a:r>
            <a:b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Add To Cart</a:t>
            </a:r>
            <a:b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Quantity Validation</a:t>
            </a:r>
            <a:b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End-to-End Checkout</a:t>
            </a:r>
            <a:endParaRPr/>
          </a:p>
        </p:txBody>
      </p:sp>
      <p:sp>
        <p:nvSpPr>
          <p:cNvPr id="722" name="Google Shape;722;p48"/>
          <p:cNvSpPr/>
          <p:nvPr/>
        </p:nvSpPr>
        <p:spPr>
          <a:xfrm>
            <a:off x="457200" y="2537460"/>
            <a:ext cx="3840480" cy="13716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🛠 TECHNOLOGIES USED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Python 3.x</a:t>
            </a:r>
            <a:b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Selenium WebDriver</a:t>
            </a:r>
            <a:b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Pytest</a:t>
            </a:r>
            <a:b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Behave BDD</a:t>
            </a:r>
            <a:b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Allure Reports</a:t>
            </a:r>
            <a:endParaRPr/>
          </a:p>
        </p:txBody>
      </p:sp>
      <p:sp>
        <p:nvSpPr>
          <p:cNvPr id="723" name="Google Shape;723;p48"/>
          <p:cNvSpPr/>
          <p:nvPr/>
        </p:nvSpPr>
        <p:spPr>
          <a:xfrm>
            <a:off x="4572000" y="2537460"/>
            <a:ext cx="3840480" cy="13716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REPORTING &amp; UTILITIES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Allure Reports</a:t>
            </a:r>
            <a:b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Screenshot Capture</a:t>
            </a:r>
            <a:b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Logging Framework</a:t>
            </a:r>
            <a:b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Excel Test Data</a:t>
            </a:r>
            <a:b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• Assertions &amp; Validations</a:t>
            </a:r>
            <a:endParaRPr/>
          </a:p>
        </p:txBody>
      </p:sp>
      <p:sp>
        <p:nvSpPr>
          <p:cNvPr id="724" name="Google Shape;724;p48"/>
          <p:cNvSpPr txBox="1"/>
          <p:nvPr/>
        </p:nvSpPr>
        <p:spPr>
          <a:xfrm>
            <a:off x="548640" y="4114800"/>
            <a:ext cx="731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7+ Test Cases    |    100% Pass Rate    |    2 Frameworks    |    10+ Automated Features</a:t>
            </a:r>
            <a:endParaRPr/>
          </a:p>
        </p:txBody>
      </p:sp>
      <p:sp>
        <p:nvSpPr>
          <p:cNvPr id="725" name="Google Shape;725;p48"/>
          <p:cNvSpPr txBox="1"/>
          <p:nvPr/>
        </p:nvSpPr>
        <p:spPr>
          <a:xfrm>
            <a:off x="457200" y="4663440"/>
            <a:ext cx="9144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Wipro Talent Next Program | Superset ID: 5424478 | GitHub: ArunN63/Arun_5424478_Wipro_capstone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9"/>
          <p:cNvSpPr txBox="1"/>
          <p:nvPr>
            <p:ph type="title"/>
          </p:nvPr>
        </p:nvSpPr>
        <p:spPr>
          <a:xfrm>
            <a:off x="2173800" y="392600"/>
            <a:ext cx="4796400" cy="93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Conclusion</a:t>
            </a:r>
            <a:endParaRPr sz="4000"/>
          </a:p>
        </p:txBody>
      </p:sp>
      <p:sp>
        <p:nvSpPr>
          <p:cNvPr id="731" name="Google Shape;731;p49"/>
          <p:cNvSpPr txBox="1"/>
          <p:nvPr>
            <p:ph idx="1" type="subTitle"/>
          </p:nvPr>
        </p:nvSpPr>
        <p:spPr>
          <a:xfrm>
            <a:off x="1100700" y="1383000"/>
            <a:ext cx="6870600" cy="29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Successful Delivery:</a:t>
            </a:r>
            <a:r>
              <a:rPr lang="en"/>
              <a:t> Automated end-to-end user journeys for the Apollo 24/7 platform across all core modules.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Robust Architecture:</a:t>
            </a:r>
            <a:r>
              <a:rPr lang="en"/>
              <a:t> Built a scalable Hybrid Framework (POM + BDD + Data-Driven) using Python, Selenium, and Pytest.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Comprehensive Coverage:</a:t>
            </a:r>
            <a:r>
              <a:rPr lang="en"/>
              <a:t> Successfully validated both positive and negative scenarios using Excel and CSV test data.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Clear Visibility:</a:t>
            </a:r>
            <a:r>
              <a:rPr lang="en"/>
              <a:t> Integrated Allure Reports to provide detailed execution logs, screenshots, and easy failure analysis.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Final Outcome:</a:t>
            </a:r>
            <a:r>
              <a:rPr lang="en"/>
              <a:t> Delivered a highly reliable, reusable, and maintainable test automation solution.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0"/>
          <p:cNvSpPr txBox="1"/>
          <p:nvPr>
            <p:ph type="title"/>
          </p:nvPr>
        </p:nvSpPr>
        <p:spPr>
          <a:xfrm>
            <a:off x="2173800" y="2103000"/>
            <a:ext cx="4796400" cy="93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Thank You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reativity and Innovation Agency by Slidesgo">
  <a:themeElements>
    <a:clrScheme name="Simple Light">
      <a:dk1>
        <a:srgbClr val="FFFFFF"/>
      </a:dk1>
      <a:lt1>
        <a:srgbClr val="160020"/>
      </a:lt1>
      <a:dk2>
        <a:srgbClr val="7F1ECC"/>
      </a:dk2>
      <a:lt2>
        <a:srgbClr val="B621A5"/>
      </a:lt2>
      <a:accent1>
        <a:srgbClr val="FB98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